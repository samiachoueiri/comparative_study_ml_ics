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4"/>
  </p:notesMasterIdLst>
  <p:handoutMasterIdLst>
    <p:handoutMasterId r:id="rId15"/>
  </p:handoutMasterIdLst>
  <p:sldIdLst>
    <p:sldId id="2152" r:id="rId2"/>
    <p:sldId id="2268" r:id="rId3"/>
    <p:sldId id="2307" r:id="rId4"/>
    <p:sldId id="2295" r:id="rId5"/>
    <p:sldId id="2309" r:id="rId6"/>
    <p:sldId id="2312" r:id="rId7"/>
    <p:sldId id="2311" r:id="rId8"/>
    <p:sldId id="2306" r:id="rId9"/>
    <p:sldId id="2303" r:id="rId10"/>
    <p:sldId id="2275" r:id="rId11"/>
    <p:sldId id="2310" r:id="rId12"/>
    <p:sldId id="215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880160A-3743-0116-57BF-4318376CC0A7}" name="AlSabeh, Ali" initials="AA" userId="S::AALSABEH@email.sc.edu::c96f00b3-cb0c-4169-8665-7d14d7dcd86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F7F"/>
    <a:srgbClr val="C8E7A7"/>
    <a:srgbClr val="B797CF"/>
    <a:srgbClr val="4473C5"/>
    <a:srgbClr val="445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C3B219-840F-4ADB-B149-3D32CE813777}" v="110" dt="2026-03-16T19:33:08.438"/>
    <p1510:client id="{9BE63293-E3F4-4AE5-95A1-0FC70FAC6CCC}" v="347" dt="2026-03-16T19:43:32.4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oueiri, Samia" userId="b81b9bbb-c87f-490f-9bf9-c5942ec705de" providerId="ADAL" clId="{28651051-5F40-41E7-92BC-0B48539B80E0}"/>
    <pc:docChg chg="custSel addSld delSld modSld sldOrd">
      <pc:chgData name="Choueiri, Samia" userId="b81b9bbb-c87f-490f-9bf9-c5942ec705de" providerId="ADAL" clId="{28651051-5F40-41E7-92BC-0B48539B80E0}" dt="2026-03-16T19:33:08.438" v="112" actId="1036"/>
      <pc:docMkLst>
        <pc:docMk/>
      </pc:docMkLst>
      <pc:sldChg chg="addSp delSp modSp mod ord">
        <pc:chgData name="Choueiri, Samia" userId="b81b9bbb-c87f-490f-9bf9-c5942ec705de" providerId="ADAL" clId="{28651051-5F40-41E7-92BC-0B48539B80E0}" dt="2026-03-16T19:33:08.438" v="112" actId="1036"/>
        <pc:sldMkLst>
          <pc:docMk/>
          <pc:sldMk cId="3221809288" sldId="2275"/>
        </pc:sldMkLst>
        <pc:spChg chg="del mod">
          <ac:chgData name="Choueiri, Samia" userId="b81b9bbb-c87f-490f-9bf9-c5942ec705de" providerId="ADAL" clId="{28651051-5F40-41E7-92BC-0B48539B80E0}" dt="2026-03-16T19:32:44.666" v="99" actId="478"/>
          <ac:spMkLst>
            <pc:docMk/>
            <pc:sldMk cId="3221809288" sldId="2275"/>
            <ac:spMk id="2" creationId="{0CF2B3BE-2769-5E94-2B64-315C033EADD9}"/>
          </ac:spMkLst>
        </pc:spChg>
        <pc:spChg chg="del">
          <ac:chgData name="Choueiri, Samia" userId="b81b9bbb-c87f-490f-9bf9-c5942ec705de" providerId="ADAL" clId="{28651051-5F40-41E7-92BC-0B48539B80E0}" dt="2026-03-16T19:32:47.470" v="101" actId="478"/>
          <ac:spMkLst>
            <pc:docMk/>
            <pc:sldMk cId="3221809288" sldId="2275"/>
            <ac:spMk id="6" creationId="{CA209D8D-95E2-5D72-E438-ECB202D10DE4}"/>
          </ac:spMkLst>
        </pc:spChg>
        <pc:spChg chg="add del mod">
          <ac:chgData name="Choueiri, Samia" userId="b81b9bbb-c87f-490f-9bf9-c5942ec705de" providerId="ADAL" clId="{28651051-5F40-41E7-92BC-0B48539B80E0}" dt="2026-03-16T19:32:51.530" v="102" actId="478"/>
          <ac:spMkLst>
            <pc:docMk/>
            <pc:sldMk cId="3221809288" sldId="2275"/>
            <ac:spMk id="10" creationId="{93CBD914-87A6-CF19-675D-16EF8109F908}"/>
          </ac:spMkLst>
        </pc:spChg>
        <pc:picChg chg="add mod">
          <ac:chgData name="Choueiri, Samia" userId="b81b9bbb-c87f-490f-9bf9-c5942ec705de" providerId="ADAL" clId="{28651051-5F40-41E7-92BC-0B48539B80E0}" dt="2026-03-16T19:33:08.438" v="112" actId="1036"/>
          <ac:picMkLst>
            <pc:docMk/>
            <pc:sldMk cId="3221809288" sldId="2275"/>
            <ac:picMk id="5" creationId="{2C64FA9F-924E-A4E8-6EB0-2CA3E2FFC343}"/>
          </ac:picMkLst>
        </pc:picChg>
        <pc:picChg chg="mod">
          <ac:chgData name="Choueiri, Samia" userId="b81b9bbb-c87f-490f-9bf9-c5942ec705de" providerId="ADAL" clId="{28651051-5F40-41E7-92BC-0B48539B80E0}" dt="2026-03-16T19:30:49.048" v="91" actId="1036"/>
          <ac:picMkLst>
            <pc:docMk/>
            <pc:sldMk cId="3221809288" sldId="2275"/>
            <ac:picMk id="7" creationId="{ACF545A8-4E9C-5B8A-A823-7DBB2FCC27FF}"/>
          </ac:picMkLst>
        </pc:picChg>
        <pc:cxnChg chg="del">
          <ac:chgData name="Choueiri, Samia" userId="b81b9bbb-c87f-490f-9bf9-c5942ec705de" providerId="ADAL" clId="{28651051-5F40-41E7-92BC-0B48539B80E0}" dt="2026-03-16T19:32:45.943" v="100" actId="478"/>
          <ac:cxnSpMkLst>
            <pc:docMk/>
            <pc:sldMk cId="3221809288" sldId="2275"/>
            <ac:cxnSpMk id="4" creationId="{ABAB3CFE-537D-B5EF-DE8E-9E4BEF1F6FDD}"/>
          </ac:cxnSpMkLst>
        </pc:cxnChg>
      </pc:sldChg>
      <pc:sldChg chg="del">
        <pc:chgData name="Choueiri, Samia" userId="b81b9bbb-c87f-490f-9bf9-c5942ec705de" providerId="ADAL" clId="{28651051-5F40-41E7-92BC-0B48539B80E0}" dt="2026-03-16T19:31:47.513" v="92" actId="47"/>
        <pc:sldMkLst>
          <pc:docMk/>
          <pc:sldMk cId="4093347483" sldId="2292"/>
        </pc:sldMkLst>
      </pc:sldChg>
      <pc:sldChg chg="del">
        <pc:chgData name="Choueiri, Samia" userId="b81b9bbb-c87f-490f-9bf9-c5942ec705de" providerId="ADAL" clId="{28651051-5F40-41E7-92BC-0B48539B80E0}" dt="2026-03-16T19:31:47.513" v="92" actId="47"/>
        <pc:sldMkLst>
          <pc:docMk/>
          <pc:sldMk cId="3562960857" sldId="2305"/>
        </pc:sldMkLst>
      </pc:sldChg>
      <pc:sldChg chg="del">
        <pc:chgData name="Choueiri, Samia" userId="b81b9bbb-c87f-490f-9bf9-c5942ec705de" providerId="ADAL" clId="{28651051-5F40-41E7-92BC-0B48539B80E0}" dt="2026-03-16T19:26:42.527" v="78" actId="47"/>
        <pc:sldMkLst>
          <pc:docMk/>
          <pc:sldMk cId="1691525092" sldId="2308"/>
        </pc:sldMkLst>
      </pc:sldChg>
      <pc:sldChg chg="addSp delSp modSp add mod">
        <pc:chgData name="Choueiri, Samia" userId="b81b9bbb-c87f-490f-9bf9-c5942ec705de" providerId="ADAL" clId="{28651051-5F40-41E7-92BC-0B48539B80E0}" dt="2026-03-16T19:07:06.672" v="32" actId="1076"/>
        <pc:sldMkLst>
          <pc:docMk/>
          <pc:sldMk cId="930273090" sldId="2311"/>
        </pc:sldMkLst>
        <pc:spChg chg="mod">
          <ac:chgData name="Choueiri, Samia" userId="b81b9bbb-c87f-490f-9bf9-c5942ec705de" providerId="ADAL" clId="{28651051-5F40-41E7-92BC-0B48539B80E0}" dt="2026-03-16T19:07:03.374" v="31" actId="313"/>
          <ac:spMkLst>
            <pc:docMk/>
            <pc:sldMk cId="930273090" sldId="2311"/>
            <ac:spMk id="2" creationId="{B0E1CD62-3500-B42E-BC72-0BBE059D63D5}"/>
          </ac:spMkLst>
        </pc:spChg>
        <pc:spChg chg="del">
          <ac:chgData name="Choueiri, Samia" userId="b81b9bbb-c87f-490f-9bf9-c5942ec705de" providerId="ADAL" clId="{28651051-5F40-41E7-92BC-0B48539B80E0}" dt="2026-03-16T19:05:26.497" v="11" actId="478"/>
          <ac:spMkLst>
            <pc:docMk/>
            <pc:sldMk cId="930273090" sldId="2311"/>
            <ac:spMk id="7" creationId="{05A5B718-635B-BD24-62C8-79EBED85CD30}"/>
          </ac:spMkLst>
        </pc:spChg>
        <pc:spChg chg="del">
          <ac:chgData name="Choueiri, Samia" userId="b81b9bbb-c87f-490f-9bf9-c5942ec705de" providerId="ADAL" clId="{28651051-5F40-41E7-92BC-0B48539B80E0}" dt="2026-03-16T19:05:23.873" v="9" actId="478"/>
          <ac:spMkLst>
            <pc:docMk/>
            <pc:sldMk cId="930273090" sldId="2311"/>
            <ac:spMk id="31" creationId="{85295EE4-2E8F-06AD-8515-B2C6FC1A4584}"/>
          </ac:spMkLst>
        </pc:spChg>
        <pc:picChg chg="del">
          <ac:chgData name="Choueiri, Samia" userId="b81b9bbb-c87f-490f-9bf9-c5942ec705de" providerId="ADAL" clId="{28651051-5F40-41E7-92BC-0B48539B80E0}" dt="2026-03-16T19:05:25.025" v="10" actId="478"/>
          <ac:picMkLst>
            <pc:docMk/>
            <pc:sldMk cId="930273090" sldId="2311"/>
            <ac:picMk id="4" creationId="{073DBE46-5B45-AF73-CC52-2396F78FA7F3}"/>
          </ac:picMkLst>
        </pc:picChg>
        <pc:picChg chg="add mod">
          <ac:chgData name="Choueiri, Samia" userId="b81b9bbb-c87f-490f-9bf9-c5942ec705de" providerId="ADAL" clId="{28651051-5F40-41E7-92BC-0B48539B80E0}" dt="2026-03-16T19:07:06.672" v="32" actId="1076"/>
          <ac:picMkLst>
            <pc:docMk/>
            <pc:sldMk cId="930273090" sldId="2311"/>
            <ac:picMk id="5" creationId="{B368D432-7E0F-2827-2968-2291587E016B}"/>
          </ac:picMkLst>
        </pc:picChg>
        <pc:cxnChg chg="mod">
          <ac:chgData name="Choueiri, Samia" userId="b81b9bbb-c87f-490f-9bf9-c5942ec705de" providerId="ADAL" clId="{28651051-5F40-41E7-92BC-0B48539B80E0}" dt="2026-03-16T19:06:53.072" v="17" actId="14100"/>
          <ac:cxnSpMkLst>
            <pc:docMk/>
            <pc:sldMk cId="930273090" sldId="2311"/>
            <ac:cxnSpMk id="28" creationId="{DC42940E-4F52-D57B-483F-A70213429396}"/>
          </ac:cxnSpMkLst>
        </pc:cxnChg>
      </pc:sldChg>
      <pc:sldChg chg="addSp delSp modSp add mod">
        <pc:chgData name="Choueiri, Samia" userId="b81b9bbb-c87f-490f-9bf9-c5942ec705de" providerId="ADAL" clId="{28651051-5F40-41E7-92BC-0B48539B80E0}" dt="2026-03-16T19:12:09.126" v="77" actId="1036"/>
        <pc:sldMkLst>
          <pc:docMk/>
          <pc:sldMk cId="3309219334" sldId="2312"/>
        </pc:sldMkLst>
        <pc:spChg chg="add del mod">
          <ac:chgData name="Choueiri, Samia" userId="b81b9bbb-c87f-490f-9bf9-c5942ec705de" providerId="ADAL" clId="{28651051-5F40-41E7-92BC-0B48539B80E0}" dt="2026-03-16T19:11:13.412" v="50"/>
          <ac:spMkLst>
            <pc:docMk/>
            <pc:sldMk cId="3309219334" sldId="2312"/>
            <ac:spMk id="4" creationId="{975FD30A-AEE4-ADD6-A30E-0F1176FFA694}"/>
          </ac:spMkLst>
        </pc:spChg>
        <pc:spChg chg="mod">
          <ac:chgData name="Choueiri, Samia" userId="b81b9bbb-c87f-490f-9bf9-c5942ec705de" providerId="ADAL" clId="{28651051-5F40-41E7-92BC-0B48539B80E0}" dt="2026-03-16T19:07:56.313" v="43" actId="20577"/>
          <ac:spMkLst>
            <pc:docMk/>
            <pc:sldMk cId="3309219334" sldId="2312"/>
            <ac:spMk id="5" creationId="{6D5D43DF-2FEE-4CAB-9615-7F3CF30B6627}"/>
          </ac:spMkLst>
        </pc:spChg>
        <pc:spChg chg="del">
          <ac:chgData name="Choueiri, Samia" userId="b81b9bbb-c87f-490f-9bf9-c5942ec705de" providerId="ADAL" clId="{28651051-5F40-41E7-92BC-0B48539B80E0}" dt="2026-03-16T19:08:03.573" v="45" actId="478"/>
          <ac:spMkLst>
            <pc:docMk/>
            <pc:sldMk cId="3309219334" sldId="2312"/>
            <ac:spMk id="7" creationId="{BA48144B-B37B-7B33-3C1F-C65158E94CA8}"/>
          </ac:spMkLst>
        </pc:spChg>
        <pc:spChg chg="del">
          <ac:chgData name="Choueiri, Samia" userId="b81b9bbb-c87f-490f-9bf9-c5942ec705de" providerId="ADAL" clId="{28651051-5F40-41E7-92BC-0B48539B80E0}" dt="2026-03-16T19:08:07.426" v="46" actId="478"/>
          <ac:spMkLst>
            <pc:docMk/>
            <pc:sldMk cId="3309219334" sldId="2312"/>
            <ac:spMk id="9" creationId="{7A8C97E6-52BB-AD5E-A2BD-90B4684D2FBE}"/>
          </ac:spMkLst>
        </pc:spChg>
        <pc:picChg chg="add mod ord">
          <ac:chgData name="Choueiri, Samia" userId="b81b9bbb-c87f-490f-9bf9-c5942ec705de" providerId="ADAL" clId="{28651051-5F40-41E7-92BC-0B48539B80E0}" dt="2026-03-16T19:12:09.126" v="77" actId="1036"/>
          <ac:picMkLst>
            <pc:docMk/>
            <pc:sldMk cId="3309219334" sldId="2312"/>
            <ac:picMk id="12" creationId="{330DAEE4-7552-7A40-AF04-B173A5103E1C}"/>
          </ac:picMkLst>
        </pc:picChg>
        <pc:picChg chg="add mod">
          <ac:chgData name="Choueiri, Samia" userId="b81b9bbb-c87f-490f-9bf9-c5942ec705de" providerId="ADAL" clId="{28651051-5F40-41E7-92BC-0B48539B80E0}" dt="2026-03-16T19:12:09.126" v="77" actId="1036"/>
          <ac:picMkLst>
            <pc:docMk/>
            <pc:sldMk cId="3309219334" sldId="2312"/>
            <ac:picMk id="14" creationId="{5765C4CE-FB6A-EAE8-30F3-597B3DC1C0B2}"/>
          </ac:picMkLst>
        </pc:picChg>
        <pc:cxnChg chg="mod">
          <ac:chgData name="Choueiri, Samia" userId="b81b9bbb-c87f-490f-9bf9-c5942ec705de" providerId="ADAL" clId="{28651051-5F40-41E7-92BC-0B48539B80E0}" dt="2026-03-16T19:08:00.425" v="44" actId="14100"/>
          <ac:cxnSpMkLst>
            <pc:docMk/>
            <pc:sldMk cId="3309219334" sldId="2312"/>
            <ac:cxnSpMk id="6" creationId="{3651B7D1-AE76-C144-74FD-725DF28CDA3D}"/>
          </ac:cxnSpMkLst>
        </pc:cxnChg>
        <pc:cxnChg chg="del">
          <ac:chgData name="Choueiri, Samia" userId="b81b9bbb-c87f-490f-9bf9-c5942ec705de" providerId="ADAL" clId="{28651051-5F40-41E7-92BC-0B48539B80E0}" dt="2026-03-16T19:08:09.976" v="47" actId="478"/>
          <ac:cxnSpMkLst>
            <pc:docMk/>
            <pc:sldMk cId="3309219334" sldId="2312"/>
            <ac:cxnSpMk id="10" creationId="{561EC335-9738-A650-AC79-1FE626E0C5AA}"/>
          </ac:cxnSpMkLst>
        </pc:cxnChg>
      </pc:sldChg>
      <pc:sldChg chg="delSp add del mod">
        <pc:chgData name="Choueiri, Samia" userId="b81b9bbb-c87f-490f-9bf9-c5942ec705de" providerId="ADAL" clId="{28651051-5F40-41E7-92BC-0B48539B80E0}" dt="2026-03-16T19:31:47.513" v="92" actId="47"/>
        <pc:sldMkLst>
          <pc:docMk/>
          <pc:sldMk cId="648795168" sldId="2313"/>
        </pc:sldMkLst>
        <pc:picChg chg="del">
          <ac:chgData name="Choueiri, Samia" userId="b81b9bbb-c87f-490f-9bf9-c5942ec705de" providerId="ADAL" clId="{28651051-5F40-41E7-92BC-0B48539B80E0}" dt="2026-03-16T19:30:32.869" v="83" actId="478"/>
          <ac:picMkLst>
            <pc:docMk/>
            <pc:sldMk cId="648795168" sldId="2313"/>
            <ac:picMk id="5" creationId="{38D321F3-6C6C-35BE-FC3B-66299205D822}"/>
          </ac:picMkLst>
        </pc:picChg>
      </pc:sldChg>
      <pc:sldChg chg="new del">
        <pc:chgData name="Choueiri, Samia" userId="b81b9bbb-c87f-490f-9bf9-c5942ec705de" providerId="ADAL" clId="{28651051-5F40-41E7-92BC-0B48539B80E0}" dt="2026-03-16T19:32:26.423" v="96" actId="47"/>
        <pc:sldMkLst>
          <pc:docMk/>
          <pc:sldMk cId="1663735123" sldId="2313"/>
        </pc:sldMkLst>
      </pc:sldChg>
    </pc:docChg>
  </pc:docChgLst>
  <pc:docChgLst>
    <pc:chgData name="Elizalde, Sergio" userId="0f7c9ba4-51fe-43ab-9ac1-6d642c4cebdf" providerId="ADAL" clId="{0E5839DB-E1D4-495F-B2BC-A8FC450CA4BC}"/>
    <pc:docChg chg="undo custSel addSld delSld modSld sldOrd">
      <pc:chgData name="Elizalde, Sergio" userId="0f7c9ba4-51fe-43ab-9ac1-6d642c4cebdf" providerId="ADAL" clId="{0E5839DB-E1D4-495F-B2BC-A8FC450CA4BC}" dt="2026-03-16T19:43:32.439" v="431" actId="1076"/>
      <pc:docMkLst>
        <pc:docMk/>
      </pc:docMkLst>
      <pc:sldChg chg="del">
        <pc:chgData name="Elizalde, Sergio" userId="0f7c9ba4-51fe-43ab-9ac1-6d642c4cebdf" providerId="ADAL" clId="{0E5839DB-E1D4-495F-B2BC-A8FC450CA4BC}" dt="2026-03-16T18:52:12.210" v="16" actId="47"/>
        <pc:sldMkLst>
          <pc:docMk/>
          <pc:sldMk cId="2843587344" sldId="2151"/>
        </pc:sldMkLst>
      </pc:sldChg>
      <pc:sldChg chg="delSp modSp mod">
        <pc:chgData name="Elizalde, Sergio" userId="0f7c9ba4-51fe-43ab-9ac1-6d642c4cebdf" providerId="ADAL" clId="{0E5839DB-E1D4-495F-B2BC-A8FC450CA4BC}" dt="2026-03-16T19:09:12.191" v="208" actId="1076"/>
        <pc:sldMkLst>
          <pc:docMk/>
          <pc:sldMk cId="2332477334" sldId="2152"/>
        </pc:sldMkLst>
        <pc:spChg chg="mod">
          <ac:chgData name="Elizalde, Sergio" userId="0f7c9ba4-51fe-43ab-9ac1-6d642c4cebdf" providerId="ADAL" clId="{0E5839DB-E1D4-495F-B2BC-A8FC450CA4BC}" dt="2026-03-16T19:08:15.697" v="207" actId="113"/>
          <ac:spMkLst>
            <pc:docMk/>
            <pc:sldMk cId="2332477334" sldId="2152"/>
            <ac:spMk id="16" creationId="{56833880-FC35-4CD3-F700-37E57BD159D4}"/>
          </ac:spMkLst>
        </pc:spChg>
        <pc:picChg chg="mod">
          <ac:chgData name="Elizalde, Sergio" userId="0f7c9ba4-51fe-43ab-9ac1-6d642c4cebdf" providerId="ADAL" clId="{0E5839DB-E1D4-495F-B2BC-A8FC450CA4BC}" dt="2026-03-16T19:09:12.191" v="208" actId="1076"/>
          <ac:picMkLst>
            <pc:docMk/>
            <pc:sldMk cId="2332477334" sldId="2152"/>
            <ac:picMk id="3" creationId="{A9248D88-8C4C-B0C7-7EB5-30335FE8EA7D}"/>
          </ac:picMkLst>
        </pc:picChg>
        <pc:picChg chg="del">
          <ac:chgData name="Elizalde, Sergio" userId="0f7c9ba4-51fe-43ab-9ac1-6d642c4cebdf" providerId="ADAL" clId="{0E5839DB-E1D4-495F-B2BC-A8FC450CA4BC}" dt="2026-03-16T19:03:17.678" v="116" actId="478"/>
          <ac:picMkLst>
            <pc:docMk/>
            <pc:sldMk cId="2332477334" sldId="2152"/>
            <ac:picMk id="14" creationId="{E56A8A93-9C36-0715-51FD-CB073E6D1132}"/>
          </ac:picMkLst>
        </pc:picChg>
        <pc:picChg chg="del">
          <ac:chgData name="Elizalde, Sergio" userId="0f7c9ba4-51fe-43ab-9ac1-6d642c4cebdf" providerId="ADAL" clId="{0E5839DB-E1D4-495F-B2BC-A8FC450CA4BC}" dt="2026-03-16T19:03:18.350" v="117" actId="478"/>
          <ac:picMkLst>
            <pc:docMk/>
            <pc:sldMk cId="2332477334" sldId="2152"/>
            <ac:picMk id="17" creationId="{B436B295-AA19-6679-841C-C9DF9173D8D8}"/>
          </ac:picMkLst>
        </pc:picChg>
      </pc:sldChg>
      <pc:sldChg chg="delSp modSp mod">
        <pc:chgData name="Elizalde, Sergio" userId="0f7c9ba4-51fe-43ab-9ac1-6d642c4cebdf" providerId="ADAL" clId="{0E5839DB-E1D4-495F-B2BC-A8FC450CA4BC}" dt="2026-03-16T18:58:23.151" v="75" actId="732"/>
        <pc:sldMkLst>
          <pc:docMk/>
          <pc:sldMk cId="1352428929" sldId="2159"/>
        </pc:sldMkLst>
        <pc:spChg chg="mod">
          <ac:chgData name="Elizalde, Sergio" userId="0f7c9ba4-51fe-43ab-9ac1-6d642c4cebdf" providerId="ADAL" clId="{0E5839DB-E1D4-495F-B2BC-A8FC450CA4BC}" dt="2026-03-16T18:57:43.592" v="67" actId="20577"/>
          <ac:spMkLst>
            <pc:docMk/>
            <pc:sldMk cId="1352428929" sldId="2159"/>
            <ac:spMk id="5" creationId="{846BB15F-DEC6-F698-8C22-56CB47D74E49}"/>
          </ac:spMkLst>
        </pc:spChg>
        <pc:spChg chg="mod">
          <ac:chgData name="Elizalde, Sergio" userId="0f7c9ba4-51fe-43ab-9ac1-6d642c4cebdf" providerId="ADAL" clId="{0E5839DB-E1D4-495F-B2BC-A8FC450CA4BC}" dt="2026-03-16T18:57:47.340" v="68" actId="20577"/>
          <ac:spMkLst>
            <pc:docMk/>
            <pc:sldMk cId="1352428929" sldId="2159"/>
            <ac:spMk id="7" creationId="{A681BEFE-7DEB-E31C-7649-81E62748D2B4}"/>
          </ac:spMkLst>
        </pc:spChg>
        <pc:spChg chg="del mod">
          <ac:chgData name="Elizalde, Sergio" userId="0f7c9ba4-51fe-43ab-9ac1-6d642c4cebdf" providerId="ADAL" clId="{0E5839DB-E1D4-495F-B2BC-A8FC450CA4BC}" dt="2026-03-16T18:57:51.949" v="70" actId="478"/>
          <ac:spMkLst>
            <pc:docMk/>
            <pc:sldMk cId="1352428929" sldId="2159"/>
            <ac:spMk id="9" creationId="{BF9153C7-732B-C8C3-C3EE-0161BCBC3098}"/>
          </ac:spMkLst>
        </pc:spChg>
        <pc:picChg chg="mod modCrop">
          <ac:chgData name="Elizalde, Sergio" userId="0f7c9ba4-51fe-43ab-9ac1-6d642c4cebdf" providerId="ADAL" clId="{0E5839DB-E1D4-495F-B2BC-A8FC450CA4BC}" dt="2026-03-16T18:58:23.151" v="75" actId="732"/>
          <ac:picMkLst>
            <pc:docMk/>
            <pc:sldMk cId="1352428929" sldId="2159"/>
            <ac:picMk id="16" creationId="{7E58265D-8B27-9D45-F404-7CBFF64A48DC}"/>
          </ac:picMkLst>
        </pc:picChg>
        <pc:cxnChg chg="del">
          <ac:chgData name="Elizalde, Sergio" userId="0f7c9ba4-51fe-43ab-9ac1-6d642c4cebdf" providerId="ADAL" clId="{0E5839DB-E1D4-495F-B2BC-A8FC450CA4BC}" dt="2026-03-16T18:57:53.482" v="71" actId="478"/>
          <ac:cxnSpMkLst>
            <pc:docMk/>
            <pc:sldMk cId="1352428929" sldId="2159"/>
            <ac:cxnSpMk id="10" creationId="{EC645643-9CCF-5779-1127-4913BB945D27}"/>
          </ac:cxnSpMkLst>
        </pc:cxnChg>
      </pc:sldChg>
      <pc:sldChg chg="del">
        <pc:chgData name="Elizalde, Sergio" userId="0f7c9ba4-51fe-43ab-9ac1-6d642c4cebdf" providerId="ADAL" clId="{0E5839DB-E1D4-495F-B2BC-A8FC450CA4BC}" dt="2026-03-16T18:52:13.013" v="17" actId="47"/>
        <pc:sldMkLst>
          <pc:docMk/>
          <pc:sldMk cId="2352544848" sldId="2215"/>
        </pc:sldMkLst>
      </pc:sldChg>
      <pc:sldChg chg="del">
        <pc:chgData name="Elizalde, Sergio" userId="0f7c9ba4-51fe-43ab-9ac1-6d642c4cebdf" providerId="ADAL" clId="{0E5839DB-E1D4-495F-B2BC-A8FC450CA4BC}" dt="2026-03-16T18:49:34.846" v="0" actId="47"/>
        <pc:sldMkLst>
          <pc:docMk/>
          <pc:sldMk cId="2904161417" sldId="2231"/>
        </pc:sldMkLst>
      </pc:sldChg>
      <pc:sldChg chg="del">
        <pc:chgData name="Elizalde, Sergio" userId="0f7c9ba4-51fe-43ab-9ac1-6d642c4cebdf" providerId="ADAL" clId="{0E5839DB-E1D4-495F-B2BC-A8FC450CA4BC}" dt="2026-03-16T18:49:40.790" v="2" actId="47"/>
        <pc:sldMkLst>
          <pc:docMk/>
          <pc:sldMk cId="3032961216" sldId="2273"/>
        </pc:sldMkLst>
      </pc:sldChg>
      <pc:sldChg chg="del">
        <pc:chgData name="Elizalde, Sergio" userId="0f7c9ba4-51fe-43ab-9ac1-6d642c4cebdf" providerId="ADAL" clId="{0E5839DB-E1D4-495F-B2BC-A8FC450CA4BC}" dt="2026-03-16T18:52:02.613" v="13" actId="47"/>
        <pc:sldMkLst>
          <pc:docMk/>
          <pc:sldMk cId="4065738899" sldId="2281"/>
        </pc:sldMkLst>
      </pc:sldChg>
      <pc:sldChg chg="del">
        <pc:chgData name="Elizalde, Sergio" userId="0f7c9ba4-51fe-43ab-9ac1-6d642c4cebdf" providerId="ADAL" clId="{0E5839DB-E1D4-495F-B2BC-A8FC450CA4BC}" dt="2026-03-16T18:52:05.700" v="14" actId="47"/>
        <pc:sldMkLst>
          <pc:docMk/>
          <pc:sldMk cId="810541896" sldId="2283"/>
        </pc:sldMkLst>
      </pc:sldChg>
      <pc:sldChg chg="del">
        <pc:chgData name="Elizalde, Sergio" userId="0f7c9ba4-51fe-43ab-9ac1-6d642c4cebdf" providerId="ADAL" clId="{0E5839DB-E1D4-495F-B2BC-A8FC450CA4BC}" dt="2026-03-16T18:52:10.679" v="15" actId="47"/>
        <pc:sldMkLst>
          <pc:docMk/>
          <pc:sldMk cId="274642145" sldId="2287"/>
        </pc:sldMkLst>
      </pc:sldChg>
      <pc:sldChg chg="del">
        <pc:chgData name="Elizalde, Sergio" userId="0f7c9ba4-51fe-43ab-9ac1-6d642c4cebdf" providerId="ADAL" clId="{0E5839DB-E1D4-495F-B2BC-A8FC450CA4BC}" dt="2026-03-16T18:49:40.027" v="1" actId="47"/>
        <pc:sldMkLst>
          <pc:docMk/>
          <pc:sldMk cId="1800109267" sldId="2288"/>
        </pc:sldMkLst>
      </pc:sldChg>
      <pc:sldChg chg="add del">
        <pc:chgData name="Elizalde, Sergio" userId="0f7c9ba4-51fe-43ab-9ac1-6d642c4cebdf" providerId="ADAL" clId="{0E5839DB-E1D4-495F-B2BC-A8FC450CA4BC}" dt="2026-03-16T18:51:35.241" v="9" actId="47"/>
        <pc:sldMkLst>
          <pc:docMk/>
          <pc:sldMk cId="4093347483" sldId="2292"/>
        </pc:sldMkLst>
      </pc:sldChg>
      <pc:sldChg chg="del">
        <pc:chgData name="Elizalde, Sergio" userId="0f7c9ba4-51fe-43ab-9ac1-6d642c4cebdf" providerId="ADAL" clId="{0E5839DB-E1D4-495F-B2BC-A8FC450CA4BC}" dt="2026-03-16T18:51:40.940" v="11" actId="47"/>
        <pc:sldMkLst>
          <pc:docMk/>
          <pc:sldMk cId="2497946016" sldId="2296"/>
        </pc:sldMkLst>
      </pc:sldChg>
      <pc:sldChg chg="del">
        <pc:chgData name="Elizalde, Sergio" userId="0f7c9ba4-51fe-43ab-9ac1-6d642c4cebdf" providerId="ADAL" clId="{0E5839DB-E1D4-495F-B2BC-A8FC450CA4BC}" dt="2026-03-16T18:51:40.940" v="11" actId="47"/>
        <pc:sldMkLst>
          <pc:docMk/>
          <pc:sldMk cId="3880936849" sldId="2297"/>
        </pc:sldMkLst>
      </pc:sldChg>
      <pc:sldChg chg="del">
        <pc:chgData name="Elizalde, Sergio" userId="0f7c9ba4-51fe-43ab-9ac1-6d642c4cebdf" providerId="ADAL" clId="{0E5839DB-E1D4-495F-B2BC-A8FC450CA4BC}" dt="2026-03-16T18:51:26.301" v="3" actId="47"/>
        <pc:sldMkLst>
          <pc:docMk/>
          <pc:sldMk cId="3341448020" sldId="2298"/>
        </pc:sldMkLst>
      </pc:sldChg>
      <pc:sldChg chg="del">
        <pc:chgData name="Elizalde, Sergio" userId="0f7c9ba4-51fe-43ab-9ac1-6d642c4cebdf" providerId="ADAL" clId="{0E5839DB-E1D4-495F-B2BC-A8FC450CA4BC}" dt="2026-03-16T18:51:27.504" v="4" actId="47"/>
        <pc:sldMkLst>
          <pc:docMk/>
          <pc:sldMk cId="1336020043" sldId="2299"/>
        </pc:sldMkLst>
      </pc:sldChg>
      <pc:sldChg chg="add del">
        <pc:chgData name="Elizalde, Sergio" userId="0f7c9ba4-51fe-43ab-9ac1-6d642c4cebdf" providerId="ADAL" clId="{0E5839DB-E1D4-495F-B2BC-A8FC450CA4BC}" dt="2026-03-16T18:51:40.940" v="11" actId="47"/>
        <pc:sldMkLst>
          <pc:docMk/>
          <pc:sldMk cId="2330294825" sldId="2300"/>
        </pc:sldMkLst>
      </pc:sldChg>
      <pc:sldChg chg="add del">
        <pc:chgData name="Elizalde, Sergio" userId="0f7c9ba4-51fe-43ab-9ac1-6d642c4cebdf" providerId="ADAL" clId="{0E5839DB-E1D4-495F-B2BC-A8FC450CA4BC}" dt="2026-03-16T18:51:40.940" v="11" actId="47"/>
        <pc:sldMkLst>
          <pc:docMk/>
          <pc:sldMk cId="655876811" sldId="2301"/>
        </pc:sldMkLst>
      </pc:sldChg>
      <pc:sldChg chg="ord">
        <pc:chgData name="Elizalde, Sergio" userId="0f7c9ba4-51fe-43ab-9ac1-6d642c4cebdf" providerId="ADAL" clId="{0E5839DB-E1D4-495F-B2BC-A8FC450CA4BC}" dt="2026-03-16T18:58:02.617" v="73"/>
        <pc:sldMkLst>
          <pc:docMk/>
          <pc:sldMk cId="2763418157" sldId="2303"/>
        </pc:sldMkLst>
      </pc:sldChg>
      <pc:sldChg chg="del">
        <pc:chgData name="Elizalde, Sergio" userId="0f7c9ba4-51fe-43ab-9ac1-6d642c4cebdf" providerId="ADAL" clId="{0E5839DB-E1D4-495F-B2BC-A8FC450CA4BC}" dt="2026-03-16T18:51:57.601" v="12" actId="47"/>
        <pc:sldMkLst>
          <pc:docMk/>
          <pc:sldMk cId="3514663449" sldId="2304"/>
        </pc:sldMkLst>
      </pc:sldChg>
      <pc:sldChg chg="addSp delSp modSp add mod ord">
        <pc:chgData name="Elizalde, Sergio" userId="0f7c9ba4-51fe-43ab-9ac1-6d642c4cebdf" providerId="ADAL" clId="{0E5839DB-E1D4-495F-B2BC-A8FC450CA4BC}" dt="2026-03-16T19:22:36.234" v="364" actId="1076"/>
        <pc:sldMkLst>
          <pc:docMk/>
          <pc:sldMk cId="3253882704" sldId="2307"/>
        </pc:sldMkLst>
        <pc:spChg chg="mod">
          <ac:chgData name="Elizalde, Sergio" userId="0f7c9ba4-51fe-43ab-9ac1-6d642c4cebdf" providerId="ADAL" clId="{0E5839DB-E1D4-495F-B2BC-A8FC450CA4BC}" dt="2026-03-16T18:55:03.668" v="27" actId="20577"/>
          <ac:spMkLst>
            <pc:docMk/>
            <pc:sldMk cId="3253882704" sldId="2307"/>
            <ac:spMk id="2" creationId="{D4BD2992-56B8-3061-3048-DCDD68A4759A}"/>
          </ac:spMkLst>
        </pc:spChg>
        <pc:spChg chg="mod">
          <ac:chgData name="Elizalde, Sergio" userId="0f7c9ba4-51fe-43ab-9ac1-6d642c4cebdf" providerId="ADAL" clId="{0E5839DB-E1D4-495F-B2BC-A8FC450CA4BC}" dt="2026-03-16T18:54:48.432" v="24" actId="5793"/>
          <ac:spMkLst>
            <pc:docMk/>
            <pc:sldMk cId="3253882704" sldId="2307"/>
            <ac:spMk id="9" creationId="{76B5721F-7667-89E8-2512-0EDD2F1C088B}"/>
          </ac:spMkLst>
        </pc:spChg>
        <pc:picChg chg="add mod">
          <ac:chgData name="Elizalde, Sergio" userId="0f7c9ba4-51fe-43ab-9ac1-6d642c4cebdf" providerId="ADAL" clId="{0E5839DB-E1D4-495F-B2BC-A8FC450CA4BC}" dt="2026-03-16T19:22:36.234" v="364" actId="1076"/>
          <ac:picMkLst>
            <pc:docMk/>
            <pc:sldMk cId="3253882704" sldId="2307"/>
            <ac:picMk id="4" creationId="{5CF6CD3B-1495-AC0B-560B-D56DE55ADAF3}"/>
          </ac:picMkLst>
        </pc:picChg>
        <pc:picChg chg="del">
          <ac:chgData name="Elizalde, Sergio" userId="0f7c9ba4-51fe-43ab-9ac1-6d642c4cebdf" providerId="ADAL" clId="{0E5839DB-E1D4-495F-B2BC-A8FC450CA4BC}" dt="2026-03-16T18:54:38.027" v="19" actId="478"/>
          <ac:picMkLst>
            <pc:docMk/>
            <pc:sldMk cId="3253882704" sldId="2307"/>
            <ac:picMk id="5" creationId="{1C4390B1-63EF-B249-96DE-1A95294CF6BC}"/>
          </ac:picMkLst>
        </pc:picChg>
      </pc:sldChg>
      <pc:sldChg chg="delSp modSp add mod ord">
        <pc:chgData name="Elizalde, Sergio" userId="0f7c9ba4-51fe-43ab-9ac1-6d642c4cebdf" providerId="ADAL" clId="{0E5839DB-E1D4-495F-B2BC-A8FC450CA4BC}" dt="2026-03-16T19:07:41.735" v="203" actId="478"/>
        <pc:sldMkLst>
          <pc:docMk/>
          <pc:sldMk cId="1691525092" sldId="2308"/>
        </pc:sldMkLst>
        <pc:spChg chg="mod">
          <ac:chgData name="Elizalde, Sergio" userId="0f7c9ba4-51fe-43ab-9ac1-6d642c4cebdf" providerId="ADAL" clId="{0E5839DB-E1D4-495F-B2BC-A8FC450CA4BC}" dt="2026-03-16T19:07:39.086" v="202" actId="20577"/>
          <ac:spMkLst>
            <pc:docMk/>
            <pc:sldMk cId="1691525092" sldId="2308"/>
            <ac:spMk id="5" creationId="{D8A028EA-0E9C-278C-F556-37AA4B3486B5}"/>
          </ac:spMkLst>
        </pc:spChg>
        <pc:spChg chg="mod">
          <ac:chgData name="Elizalde, Sergio" userId="0f7c9ba4-51fe-43ab-9ac1-6d642c4cebdf" providerId="ADAL" clId="{0E5839DB-E1D4-495F-B2BC-A8FC450CA4BC}" dt="2026-03-16T18:57:24.091" v="47" actId="20577"/>
          <ac:spMkLst>
            <pc:docMk/>
            <pc:sldMk cId="1691525092" sldId="2308"/>
            <ac:spMk id="7" creationId="{0A583574-DD90-0175-52B2-B6E3B761AC7F}"/>
          </ac:spMkLst>
        </pc:spChg>
        <pc:spChg chg="del">
          <ac:chgData name="Elizalde, Sergio" userId="0f7c9ba4-51fe-43ab-9ac1-6d642c4cebdf" providerId="ADAL" clId="{0E5839DB-E1D4-495F-B2BC-A8FC450CA4BC}" dt="2026-03-16T19:07:41.735" v="203" actId="478"/>
          <ac:spMkLst>
            <pc:docMk/>
            <pc:sldMk cId="1691525092" sldId="2308"/>
            <ac:spMk id="9" creationId="{262E66DC-CF9C-7B54-3A88-B9477D72F607}"/>
          </ac:spMkLst>
        </pc:spChg>
        <pc:picChg chg="del">
          <ac:chgData name="Elizalde, Sergio" userId="0f7c9ba4-51fe-43ab-9ac1-6d642c4cebdf" providerId="ADAL" clId="{0E5839DB-E1D4-495F-B2BC-A8FC450CA4BC}" dt="2026-03-16T18:57:26.110" v="48" actId="478"/>
          <ac:picMkLst>
            <pc:docMk/>
            <pc:sldMk cId="1691525092" sldId="2308"/>
            <ac:picMk id="16" creationId="{0313C812-74B0-6050-B39F-2721A79BBD35}"/>
          </ac:picMkLst>
        </pc:picChg>
        <pc:cxnChg chg="del">
          <ac:chgData name="Elizalde, Sergio" userId="0f7c9ba4-51fe-43ab-9ac1-6d642c4cebdf" providerId="ADAL" clId="{0E5839DB-E1D4-495F-B2BC-A8FC450CA4BC}" dt="2026-03-16T19:07:41.735" v="203" actId="478"/>
          <ac:cxnSpMkLst>
            <pc:docMk/>
            <pc:sldMk cId="1691525092" sldId="2308"/>
            <ac:cxnSpMk id="10" creationId="{E50027FF-EAC9-B90B-F227-44EB127E8096}"/>
          </ac:cxnSpMkLst>
        </pc:cxnChg>
      </pc:sldChg>
      <pc:sldChg chg="modSp add mod ord">
        <pc:chgData name="Elizalde, Sergio" userId="0f7c9ba4-51fe-43ab-9ac1-6d642c4cebdf" providerId="ADAL" clId="{0E5839DB-E1D4-495F-B2BC-A8FC450CA4BC}" dt="2026-03-16T19:21:33.563" v="362"/>
        <pc:sldMkLst>
          <pc:docMk/>
          <pc:sldMk cId="83186187" sldId="2309"/>
        </pc:sldMkLst>
        <pc:spChg chg="mod">
          <ac:chgData name="Elizalde, Sergio" userId="0f7c9ba4-51fe-43ab-9ac1-6d642c4cebdf" providerId="ADAL" clId="{0E5839DB-E1D4-495F-B2BC-A8FC450CA4BC}" dt="2026-03-16T19:07:31.407" v="188" actId="20577"/>
          <ac:spMkLst>
            <pc:docMk/>
            <pc:sldMk cId="83186187" sldId="2309"/>
            <ac:spMk id="5" creationId="{7D4B5A3C-7CFD-5870-3C74-F1C3C207A649}"/>
          </ac:spMkLst>
        </pc:spChg>
        <pc:spChg chg="mod">
          <ac:chgData name="Elizalde, Sergio" userId="0f7c9ba4-51fe-43ab-9ac1-6d642c4cebdf" providerId="ADAL" clId="{0E5839DB-E1D4-495F-B2BC-A8FC450CA4BC}" dt="2026-03-16T19:21:33.563" v="362"/>
          <ac:spMkLst>
            <pc:docMk/>
            <pc:sldMk cId="83186187" sldId="2309"/>
            <ac:spMk id="7" creationId="{5F5B8D01-A38D-9264-B255-F9EFE48ED77D}"/>
          </ac:spMkLst>
        </pc:spChg>
        <pc:spChg chg="mod">
          <ac:chgData name="Elizalde, Sergio" userId="0f7c9ba4-51fe-43ab-9ac1-6d642c4cebdf" providerId="ADAL" clId="{0E5839DB-E1D4-495F-B2BC-A8FC450CA4BC}" dt="2026-03-16T19:07:14.194" v="172" actId="1035"/>
          <ac:spMkLst>
            <pc:docMk/>
            <pc:sldMk cId="83186187" sldId="2309"/>
            <ac:spMk id="9" creationId="{9F882B6A-1693-F8D3-FE18-B5BFD85C3413}"/>
          </ac:spMkLst>
        </pc:spChg>
        <pc:cxnChg chg="mod">
          <ac:chgData name="Elizalde, Sergio" userId="0f7c9ba4-51fe-43ab-9ac1-6d642c4cebdf" providerId="ADAL" clId="{0E5839DB-E1D4-495F-B2BC-A8FC450CA4BC}" dt="2026-03-16T19:07:14.194" v="172" actId="1035"/>
          <ac:cxnSpMkLst>
            <pc:docMk/>
            <pc:sldMk cId="83186187" sldId="2309"/>
            <ac:cxnSpMk id="10" creationId="{DD7B7595-5C79-B42C-AB30-DA82B5318D73}"/>
          </ac:cxnSpMkLst>
        </pc:cxnChg>
      </pc:sldChg>
      <pc:sldChg chg="addSp delSp modSp add mod">
        <pc:chgData name="Elizalde, Sergio" userId="0f7c9ba4-51fe-43ab-9ac1-6d642c4cebdf" providerId="ADAL" clId="{0E5839DB-E1D4-495F-B2BC-A8FC450CA4BC}" dt="2026-03-16T19:43:32.439" v="431" actId="1076"/>
        <pc:sldMkLst>
          <pc:docMk/>
          <pc:sldMk cId="3728622465" sldId="2310"/>
        </pc:sldMkLst>
        <pc:spChg chg="mod">
          <ac:chgData name="Elizalde, Sergio" userId="0f7c9ba4-51fe-43ab-9ac1-6d642c4cebdf" providerId="ADAL" clId="{0E5839DB-E1D4-495F-B2BC-A8FC450CA4BC}" dt="2026-03-16T19:42:49.258" v="429" actId="20577"/>
          <ac:spMkLst>
            <pc:docMk/>
            <pc:sldMk cId="3728622465" sldId="2310"/>
            <ac:spMk id="6" creationId="{F5282652-E92E-D1D5-9EA3-F7C48700B9CE}"/>
          </ac:spMkLst>
        </pc:spChg>
        <pc:spChg chg="mod">
          <ac:chgData name="Elizalde, Sergio" userId="0f7c9ba4-51fe-43ab-9ac1-6d642c4cebdf" providerId="ADAL" clId="{0E5839DB-E1D4-495F-B2BC-A8FC450CA4BC}" dt="2026-03-16T19:03:04.045" v="115" actId="20577"/>
          <ac:spMkLst>
            <pc:docMk/>
            <pc:sldMk cId="3728622465" sldId="2310"/>
            <ac:spMk id="9" creationId="{060589F7-E104-3799-9E6F-3766C3155B98}"/>
          </ac:spMkLst>
        </pc:spChg>
        <pc:picChg chg="add mod">
          <ac:chgData name="Elizalde, Sergio" userId="0f7c9ba4-51fe-43ab-9ac1-6d642c4cebdf" providerId="ADAL" clId="{0E5839DB-E1D4-495F-B2BC-A8FC450CA4BC}" dt="2026-03-16T19:43:30.807" v="430" actId="1076"/>
          <ac:picMkLst>
            <pc:docMk/>
            <pc:sldMk cId="3728622465" sldId="2310"/>
            <ac:picMk id="3" creationId="{B3FEC550-E96A-EBBF-4A18-B5030CA6FC5C}"/>
          </ac:picMkLst>
        </pc:picChg>
        <pc:picChg chg="del">
          <ac:chgData name="Elizalde, Sergio" userId="0f7c9ba4-51fe-43ab-9ac1-6d642c4cebdf" providerId="ADAL" clId="{0E5839DB-E1D4-495F-B2BC-A8FC450CA4BC}" dt="2026-03-16T19:02:36.932" v="87" actId="478"/>
          <ac:picMkLst>
            <pc:docMk/>
            <pc:sldMk cId="3728622465" sldId="2310"/>
            <ac:picMk id="4" creationId="{CB8047FC-8090-EDBC-0A2C-C99A8E7F264A}"/>
          </ac:picMkLst>
        </pc:picChg>
        <pc:picChg chg="add del mod">
          <ac:chgData name="Elizalde, Sergio" userId="0f7c9ba4-51fe-43ab-9ac1-6d642c4cebdf" providerId="ADAL" clId="{0E5839DB-E1D4-495F-B2BC-A8FC450CA4BC}" dt="2026-03-16T19:41:41.976" v="365" actId="478"/>
          <ac:picMkLst>
            <pc:docMk/>
            <pc:sldMk cId="3728622465" sldId="2310"/>
            <ac:picMk id="7" creationId="{7A403340-8480-8707-A646-DE77197D4939}"/>
          </ac:picMkLst>
        </pc:picChg>
        <pc:picChg chg="add del mod">
          <ac:chgData name="Elizalde, Sergio" userId="0f7c9ba4-51fe-43ab-9ac1-6d642c4cebdf" providerId="ADAL" clId="{0E5839DB-E1D4-495F-B2BC-A8FC450CA4BC}" dt="2026-03-16T19:41:56.672" v="369" actId="478"/>
          <ac:picMkLst>
            <pc:docMk/>
            <pc:sldMk cId="3728622465" sldId="2310"/>
            <ac:picMk id="12" creationId="{8B9641F4-6179-C7D0-03CE-D12CD3B06565}"/>
          </ac:picMkLst>
        </pc:picChg>
        <pc:picChg chg="add mod">
          <ac:chgData name="Elizalde, Sergio" userId="0f7c9ba4-51fe-43ab-9ac1-6d642c4cebdf" providerId="ADAL" clId="{0E5839DB-E1D4-495F-B2BC-A8FC450CA4BC}" dt="2026-03-16T19:43:32.439" v="431" actId="1076"/>
          <ac:picMkLst>
            <pc:docMk/>
            <pc:sldMk cId="3728622465" sldId="2310"/>
            <ac:picMk id="14" creationId="{13A7DD21-75FB-2CE3-6220-755D177717A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B583E93-7F06-4FD5-ADA4-45262C6273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925901-863E-43FB-9F23-CCCDED5D22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467944-E7CD-4CBF-B52C-CFDA3DC45EC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3A2B97-BDDF-466E-9AE1-031669AAB6F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9AFE7E-F29A-4A0A-827D-3961508E42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D6D75D-FDCD-4C30-A01B-6DBB2744A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4098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90682D-FD54-284A-B7C8-2FCD4798133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AF9C84-074E-E141-A3FD-46DE87E4C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383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F9C84-074E-E141-A3FD-46DE87E4CC0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020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58F79-A63A-4197-FE98-B1BE1166D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A419F8-F0F9-C9E6-8439-56B3F21E54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645B79-A028-FE1C-FAF1-654B8C218E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Figure shows characterization of Industrial ethernet (</a:t>
            </a:r>
            <a:r>
              <a:rPr lang="en-US" err="1"/>
              <a:t>profinet</a:t>
            </a:r>
            <a:r>
              <a:rPr lang="en-US"/>
              <a:t>) for a topology of 1 to 5 switches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BEAFB-2FA7-139F-03FC-EA0EFE26FD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AF9C84-074E-E141-A3FD-46DE87E4CC0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77109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7D415-E16A-BF1C-E5BB-C3A93BB7A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24B60D-A283-09D9-DF47-C560E154F2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A3AD6F-2108-DAFA-7B25-9D33E702A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7C7A46-84BF-03AF-2E11-6BFA1FD433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F9C84-074E-E141-A3FD-46DE87E4CC0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872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B7CFC-52EB-4BA8-835A-A0DC1DE55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7A60E2-F87B-B16D-BFC5-BB283FC48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47A897-5A79-9923-291C-0C2EE658A5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Modbus Application Protocol header (MBAP) identifies the transaction and device</a:t>
            </a:r>
          </a:p>
          <a:p>
            <a:r>
              <a:rPr lang="en-US"/>
              <a:t>Function code defines control operation (e.g., read register, write register)</a:t>
            </a:r>
          </a:p>
          <a:p>
            <a:r>
              <a:rPr lang="en-US"/>
              <a:t>The data field carries sensor values (e.g.,1, 2 bytes of sensor raw value)</a:t>
            </a:r>
          </a:p>
          <a:p>
            <a:r>
              <a:rPr lang="en-US"/>
              <a:t>ADU: application data unit</a:t>
            </a:r>
          </a:p>
          <a:p>
            <a:r>
              <a:rPr lang="en-US"/>
              <a:t>PDU: protocol data unit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EC07B-79DE-B476-944A-17DF08E98B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F9C84-074E-E141-A3FD-46DE87E4CC0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56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E6A4A-E5C8-2C38-51E9-D278F6774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002F41-DB80-AA7F-9810-7A6A8B49FA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8422A4-6492-8DDA-9936-2C81A0AB9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Modbus Application Protocol header (MBAP) identifies the transaction and device</a:t>
            </a:r>
          </a:p>
          <a:p>
            <a:r>
              <a:rPr lang="en-US"/>
              <a:t>Function code defines control operation (e.g., read register, write register)</a:t>
            </a:r>
          </a:p>
          <a:p>
            <a:r>
              <a:rPr lang="en-US"/>
              <a:t>The data field carries sensor values (e.g.,1, 2 bytes of sensor raw value)</a:t>
            </a:r>
          </a:p>
          <a:p>
            <a:r>
              <a:rPr lang="en-US"/>
              <a:t>ADU: application data unit</a:t>
            </a:r>
          </a:p>
          <a:p>
            <a:r>
              <a:rPr lang="en-US"/>
              <a:t>PDU: protocol data unit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2218F-EAC8-90B9-37C8-1E687A2011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F9C84-074E-E141-A3FD-46DE87E4CC0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941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E8A8D-E7DF-A3C2-8A69-02E118545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F33181-B717-20FF-321C-98FB2C9659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E9F5C7-E3B6-05AA-B5B2-A39BDA6F0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82947-8E5E-A6EF-9879-C3DA33D564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F9C84-074E-E141-A3FD-46DE87E4CC0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437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375FC-057A-B26B-FE93-CBD6F2917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4D7B97-A909-A115-F9C5-96F2EFDA28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1B65B5-24C9-D904-3B11-E5460616FF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Each PLC manages different plants, having different sensors</a:t>
            </a:r>
          </a:p>
          <a:p>
            <a:r>
              <a:rPr lang="en-US"/>
              <a:t>With PCA, we can see clearly separated components that can be classified</a:t>
            </a:r>
          </a:p>
          <a:p>
            <a:r>
              <a:rPr lang="en-US"/>
              <a:t>With an MLP, we get almost 100%</a:t>
            </a:r>
          </a:p>
          <a:p>
            <a:endParaRPr lang="en-US"/>
          </a:p>
          <a:p>
            <a:r>
              <a:rPr lang="en-US"/>
              <a:t>Conducting PCA on the go is expensive</a:t>
            </a:r>
          </a:p>
          <a:p>
            <a:r>
              <a:rPr lang="en-US"/>
              <a:t>Instead, we track transactions, not faulty PLCs with many sensors, being more granular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367EC-9FC0-77F1-BACD-38C338175B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F9C84-074E-E141-A3FD-46DE87E4CC0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5092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80AEF-EF9E-6AF8-02CB-97C9DC20F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23F45A-0DE6-97E6-CFA8-B787139E99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51AFC6-43BD-3533-F590-3AB7CF0A9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DBB14-22BB-B4C0-7AF1-7726931D6B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F9C84-074E-E141-A3FD-46DE87E4CC0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1389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A4CB0-2575-A5BA-259D-0532D13BF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A28B1-3F8A-527B-A6CC-6C56FFC1D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E81E8B-3715-621B-3FC9-B77AFF2964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Each PLC manages different plants, having different sensors</a:t>
            </a:r>
          </a:p>
          <a:p>
            <a:r>
              <a:rPr lang="en-US"/>
              <a:t>With PCA, we can see clearly separated components that can be classified</a:t>
            </a:r>
          </a:p>
          <a:p>
            <a:r>
              <a:rPr lang="en-US"/>
              <a:t>With an MLP, we get almost 100%</a:t>
            </a:r>
          </a:p>
          <a:p>
            <a:endParaRPr lang="en-US"/>
          </a:p>
          <a:p>
            <a:r>
              <a:rPr lang="en-US"/>
              <a:t>Conducting PCA on the go is expensive</a:t>
            </a:r>
          </a:p>
          <a:p>
            <a:r>
              <a:rPr lang="en-US"/>
              <a:t>Instead, we track transactions, not faulty PLCs with many sensors, being more granular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1B914-BF94-D1E0-DEA5-2AC894C9D4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F9C84-074E-E141-A3FD-46DE87E4CC0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120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550" y="1"/>
            <a:ext cx="10984850" cy="888999"/>
          </a:xfrm>
        </p:spPr>
        <p:txBody>
          <a:bodyPr>
            <a:normAutofit/>
          </a:bodyPr>
          <a:lstStyle>
            <a:lvl1pPr algn="l">
              <a:defRPr sz="3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839972" y="1435395"/>
            <a:ext cx="10558130" cy="329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597550" y="1181100"/>
            <a:ext cx="10984850" cy="4800599"/>
          </a:xfrm>
        </p:spPr>
        <p:txBody>
          <a:bodyPr/>
          <a:lstStyle>
            <a:lvl1pPr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84048" indent="-182880" algn="just">
              <a:spcAft>
                <a:spcPts val="200"/>
              </a:spcAft>
              <a:buFont typeface="Wingdings" pitchFamily="2" charset="2"/>
              <a:buChar char="Ø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spcAft>
                <a:spcPts val="200"/>
              </a:spcAft>
              <a:defRPr/>
            </a:lvl3pPr>
            <a:lvl4pPr algn="just">
              <a:spcAft>
                <a:spcPts val="200"/>
              </a:spcAft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spcAft>
                <a:spcPts val="20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564972F-81E4-47C1-8110-0800DB019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4484" y="6459783"/>
            <a:ext cx="13120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8C60F48-EAB5-A54D-B834-7AA360F30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Google Shape;90;p1">
            <a:extLst>
              <a:ext uri="{FF2B5EF4-FFF2-40B4-BE49-F238E27FC236}">
                <a16:creationId xmlns:a16="http://schemas.microsoft.com/office/drawing/2014/main" id="{719349AC-65AB-168E-307A-1DECEBCAAE5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7910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7539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38C60F48-EAB5-A54D-B834-7AA360F3093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1097280" y="1737845"/>
            <a:ext cx="1006321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98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Ø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5281/zenodo.17165850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0;p1">
            <a:extLst>
              <a:ext uri="{FF2B5EF4-FFF2-40B4-BE49-F238E27FC236}">
                <a16:creationId xmlns:a16="http://schemas.microsoft.com/office/drawing/2014/main" id="{6018D08B-3A5B-4255-E3FB-966DD294D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5CBBC3-434C-CB3B-0CC6-C3800FA24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12E62-1C16-6240-8827-92F34F6444E9}" type="slidenum">
              <a:rPr lang="en-US" smtClean="0"/>
              <a:t>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248D88-8C4C-B0C7-7EB5-30335FE8E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849" y="260317"/>
            <a:ext cx="2418527" cy="1495357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56833880-FC35-4CD3-F700-37E57BD159D4}"/>
              </a:ext>
            </a:extLst>
          </p:cNvPr>
          <p:cNvSpPr txBox="1">
            <a:spLocks/>
          </p:cNvSpPr>
          <p:nvPr/>
        </p:nvSpPr>
        <p:spPr>
          <a:xfrm>
            <a:off x="-689610" y="1867079"/>
            <a:ext cx="13571220" cy="37336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ML-based Cyberattack Detection in Industrial Control Systems (ICS)</a:t>
            </a:r>
            <a:br>
              <a:rPr lang="en-US" sz="2800" b="1"/>
            </a:br>
            <a:br>
              <a:rPr lang="en-US" sz="2800" b="1"/>
            </a:br>
            <a:r>
              <a:rPr lang="en-US" sz="2300"/>
              <a:t>Sergio Elizalde, Samia Choueiri</a:t>
            </a:r>
            <a:endParaRPr lang="en-US" sz="2300" b="1" baseline="30000"/>
          </a:p>
          <a:p>
            <a:pPr algn="ctr"/>
            <a:endParaRPr lang="en-US" sz="2400" b="1" baseline="30000"/>
          </a:p>
          <a:p>
            <a:pPr algn="ctr"/>
            <a:r>
              <a:rPr lang="en-US" sz="2400"/>
              <a:t>College of Engineering and Computing, University of South Carolina</a:t>
            </a:r>
          </a:p>
          <a:p>
            <a:pPr algn="ctr"/>
            <a:endParaRPr lang="en-US" sz="2400"/>
          </a:p>
          <a:p>
            <a:pPr algn="ctr"/>
            <a:r>
              <a:rPr lang="en-US" sz="2400"/>
              <a:t>ITEC 590 - Topic: Applied AI and Machine Learning for Cybersecurity</a:t>
            </a:r>
          </a:p>
          <a:p>
            <a:pPr algn="ctr"/>
            <a:endParaRPr lang="en-US" sz="2400"/>
          </a:p>
          <a:p>
            <a:pPr algn="ctr"/>
            <a:br>
              <a:rPr lang="en-US" sz="2400"/>
            </a:b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332477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7968D-F5CE-92E3-E1AF-EAC0B2655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0FFD5-010B-2864-D006-AA3E380F9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9F10F-645F-265F-35B2-0EBA3A79C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550" y="1028700"/>
            <a:ext cx="10984850" cy="4800599"/>
          </a:xfrm>
        </p:spPr>
        <p:txBody>
          <a:bodyPr>
            <a:norm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Industrial Control Systems (ICSs) require real-time, low-latency communications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Cyberattacks and physical faults overlap, making detection more difficult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Traditional IDS is CPU-intensive and slow, unsuitable for ICS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AFD7061-4E2B-8EA2-FDB9-43B6626A25D9}"/>
              </a:ext>
            </a:extLst>
          </p:cNvPr>
          <p:cNvCxnSpPr>
            <a:cxnSpLocks/>
          </p:cNvCxnSpPr>
          <p:nvPr/>
        </p:nvCxnSpPr>
        <p:spPr>
          <a:xfrm>
            <a:off x="597552" y="876301"/>
            <a:ext cx="2288523" cy="12699"/>
          </a:xfrm>
          <a:prstGeom prst="line">
            <a:avLst/>
          </a:prstGeom>
          <a:noFill/>
          <a:ln w="25400" cap="flat" cmpd="sng" algn="ctr">
            <a:solidFill>
              <a:schemeClr val="accent2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BB565-B1B7-19C4-8ACA-DF7507475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189">
              <a:defRPr/>
            </a:pPr>
            <a:fld id="{38C60F48-EAB5-A54D-B834-7AA360F30939}" type="slidenum">
              <a:rPr lang="en-US" sz="1051">
                <a:latin typeface="Calibri" panose="020F0502020204030204"/>
                <a:cs typeface="Arial"/>
                <a:sym typeface="Arial"/>
              </a:rPr>
              <a:pPr defTabSz="457189">
                <a:defRPr/>
              </a:pPr>
              <a:t>2</a:t>
            </a:fld>
            <a:endParaRPr lang="en-US" sz="1051">
              <a:latin typeface="Calibri" panose="020F0502020204030204"/>
              <a:cs typeface="Arial"/>
              <a:sym typeface="Arial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4BBF3F-288D-BF0C-C1CA-DA91E0FED79A}"/>
              </a:ext>
            </a:extLst>
          </p:cNvPr>
          <p:cNvCxnSpPr>
            <a:cxnSpLocks/>
          </p:cNvCxnSpPr>
          <p:nvPr/>
        </p:nvCxnSpPr>
        <p:spPr>
          <a:xfrm>
            <a:off x="388217" y="5806303"/>
            <a:ext cx="950731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EE3D321-C038-2DC3-3EEF-BBD73984303D}"/>
              </a:ext>
            </a:extLst>
          </p:cNvPr>
          <p:cNvSpPr txBox="1"/>
          <p:nvPr/>
        </p:nvSpPr>
        <p:spPr>
          <a:xfrm>
            <a:off x="388218" y="5829299"/>
            <a:ext cx="9713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[1] J. Moyne, </a:t>
            </a:r>
            <a:r>
              <a:rPr lang="en-US" i="1"/>
              <a:t>Performance Metrics for Industrial Ethernet</a:t>
            </a:r>
            <a:r>
              <a:rPr lang="en-US"/>
              <a:t>, NSF Engineering Research Center for Reconfigurable Manufacturing Systems, College of Engineering, University of Michigan, 2006.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6C181A8C-1CF8-7A3B-D05D-BBCB0699F0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4" t="3174" r="1727" b="17719"/>
          <a:stretch>
            <a:fillRect/>
          </a:stretch>
        </p:blipFill>
        <p:spPr bwMode="auto">
          <a:xfrm>
            <a:off x="1294981" y="2287817"/>
            <a:ext cx="6441133" cy="326389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ight Brace 6">
            <a:extLst>
              <a:ext uri="{FF2B5EF4-FFF2-40B4-BE49-F238E27FC236}">
                <a16:creationId xmlns:a16="http://schemas.microsoft.com/office/drawing/2014/main" id="{5F4FBDAE-5A1E-A299-BE4F-788E71417CB8}"/>
              </a:ext>
            </a:extLst>
          </p:cNvPr>
          <p:cNvSpPr/>
          <p:nvPr/>
        </p:nvSpPr>
        <p:spPr>
          <a:xfrm>
            <a:off x="6715579" y="3701143"/>
            <a:ext cx="217714" cy="402771"/>
          </a:xfrm>
          <a:prstGeom prst="righ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567099-31E5-281E-6D8B-7132946697BC}"/>
              </a:ext>
            </a:extLst>
          </p:cNvPr>
          <p:cNvSpPr txBox="1"/>
          <p:nvPr/>
        </p:nvSpPr>
        <p:spPr>
          <a:xfrm>
            <a:off x="3243051" y="5350171"/>
            <a:ext cx="2875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(a) Round-trip time interval</a:t>
            </a:r>
            <a:r>
              <a:rPr lang="en-US" baseline="3000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6D9B45-F5A7-165E-2ACF-83FA33EFB122}"/>
              </a:ext>
            </a:extLst>
          </p:cNvPr>
          <p:cNvSpPr txBox="1"/>
          <p:nvPr/>
        </p:nvSpPr>
        <p:spPr>
          <a:xfrm>
            <a:off x="6933293" y="3717862"/>
            <a:ext cx="2238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Less than 100 µs jitter</a:t>
            </a:r>
            <a:endParaRPr lang="en-US" baseline="30000"/>
          </a:p>
        </p:txBody>
      </p:sp>
    </p:spTree>
    <p:extLst>
      <p:ext uri="{BB962C8B-B14F-4D97-AF65-F5344CB8AC3E}">
        <p14:creationId xmlns:p14="http://schemas.microsoft.com/office/powerpoint/2010/main" val="1224361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FE627-7D3A-8629-FE47-0391CC3AF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D2992-56B8-3061-3048-DCDD68A47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2C5F0-C1F1-0F4C-CA3A-1F5B63F58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60F48-EAB5-A54D-B834-7AA360F30939}" type="slidenum">
              <a:rPr lang="en-US" smtClean="0"/>
              <a:t>3</a:t>
            </a:fld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BBB19B8-91C2-1E75-934B-B4DB2A84094A}"/>
              </a:ext>
            </a:extLst>
          </p:cNvPr>
          <p:cNvCxnSpPr>
            <a:cxnSpLocks/>
          </p:cNvCxnSpPr>
          <p:nvPr/>
        </p:nvCxnSpPr>
        <p:spPr>
          <a:xfrm>
            <a:off x="597550" y="876301"/>
            <a:ext cx="6184250" cy="0"/>
          </a:xfrm>
          <a:prstGeom prst="line">
            <a:avLst/>
          </a:prstGeom>
          <a:noFill/>
          <a:ln w="25400" cap="flat" cmpd="sng" algn="ctr">
            <a:solidFill>
              <a:schemeClr val="accent2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DC5153B-18B5-902B-C34A-7E69DF124227}"/>
              </a:ext>
            </a:extLst>
          </p:cNvPr>
          <p:cNvSpPr txBox="1"/>
          <p:nvPr/>
        </p:nvSpPr>
        <p:spPr>
          <a:xfrm>
            <a:off x="3658013" y="6107232"/>
            <a:ext cx="4875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(a) Tank level sensor fault (for PLC2 in the dataset)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6B5721F-7667-89E8-2512-0EDD2F1C088B}"/>
              </a:ext>
            </a:extLst>
          </p:cNvPr>
          <p:cNvSpPr txBox="1">
            <a:spLocks/>
          </p:cNvSpPr>
          <p:nvPr/>
        </p:nvSpPr>
        <p:spPr>
          <a:xfrm>
            <a:off x="948199" y="1181100"/>
            <a:ext cx="10984850" cy="480059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just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84048" indent="-182880" algn="just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66928" indent="-182880" algn="just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just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alibri" pitchFamily="34" charset="0"/>
              <a:buChar char="◦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32688" indent="-182880" algn="just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alibri" pitchFamily="34" charset="0"/>
              <a:buChar char="◦"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4625" indent="-174625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Physical faults often present a shift or a drift in the signal</a:t>
            </a:r>
          </a:p>
          <a:p>
            <a:pPr marL="0" indent="0">
              <a:buClr>
                <a:schemeClr val="accent2"/>
              </a:buClr>
              <a:buNone/>
            </a:pPr>
            <a:endParaRPr lang="en-US" altLang="en-US" sz="2200"/>
          </a:p>
          <a:p>
            <a:pPr marL="0" indent="0">
              <a:buClr>
                <a:schemeClr val="accent2"/>
              </a:buClr>
              <a:buNone/>
            </a:pPr>
            <a:endParaRPr lang="en-US" altLang="en-US" sz="2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F6CD3B-1495-AC0B-560B-D56DE55AD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8013" y="1990638"/>
            <a:ext cx="4660085" cy="385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882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4DEE0-C7CC-7E2A-C7A7-44F3717B1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3EC75-61B1-F386-9226-B1FEE5388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Modbus TCP/IP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BF7DA-918B-4511-F995-721F0B563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60F48-EAB5-A54D-B834-7AA360F30939}" type="slidenum">
              <a:rPr lang="en-US" smtClean="0"/>
              <a:t>4</a:t>
            </a:fld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889E49A-0A15-9B90-74B3-C50CDABED18B}"/>
              </a:ext>
            </a:extLst>
          </p:cNvPr>
          <p:cNvCxnSpPr>
            <a:cxnSpLocks/>
          </p:cNvCxnSpPr>
          <p:nvPr/>
        </p:nvCxnSpPr>
        <p:spPr>
          <a:xfrm>
            <a:off x="597550" y="876301"/>
            <a:ext cx="3636993" cy="0"/>
          </a:xfrm>
          <a:prstGeom prst="line">
            <a:avLst/>
          </a:prstGeom>
          <a:noFill/>
          <a:ln w="25400" cap="flat" cmpd="sng" algn="ctr">
            <a:solidFill>
              <a:schemeClr val="accent2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A64D5A96-FBBD-335D-4541-21DCC36D20AA}"/>
              </a:ext>
            </a:extLst>
          </p:cNvPr>
          <p:cNvSpPr txBox="1">
            <a:spLocks/>
          </p:cNvSpPr>
          <p:nvPr/>
        </p:nvSpPr>
        <p:spPr>
          <a:xfrm>
            <a:off x="948199" y="1181100"/>
            <a:ext cx="10984850" cy="480059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just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84048" indent="-182880" algn="just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66928" indent="-182880" algn="just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just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alibri" pitchFamily="34" charset="0"/>
              <a:buChar char="◦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32688" indent="-182880" algn="just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alibri" pitchFamily="34" charset="0"/>
              <a:buChar char="◦"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4625" indent="-174625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fr-FR"/>
              <a:t>Application-layer client/server communication </a:t>
            </a:r>
            <a:r>
              <a:rPr lang="fr-FR" err="1"/>
              <a:t>protocol</a:t>
            </a:r>
            <a:endParaRPr lang="fr-FR"/>
          </a:p>
          <a:p>
            <a:pPr marL="174625" indent="-174625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altLang="en-US" sz="2200"/>
              <a:t>Enab</a:t>
            </a:r>
            <a:r>
              <a:rPr lang="en-US" altLang="en-US"/>
              <a:t>les data exchange between control devices (i.e., PLCs, HMIs, etc.)</a:t>
            </a:r>
          </a:p>
          <a:p>
            <a:pPr marL="174625" indent="-174625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altLang="en-US" sz="2200"/>
              <a:t>Runs over standard Ethernet networks</a:t>
            </a:r>
          </a:p>
          <a:p>
            <a:pPr marL="0" indent="0">
              <a:buClr>
                <a:schemeClr val="accent2"/>
              </a:buClr>
              <a:buNone/>
            </a:pPr>
            <a:endParaRPr lang="en-US" altLang="en-US" sz="2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184D5-2E81-97F8-09E5-E402CC2634FD}"/>
              </a:ext>
            </a:extLst>
          </p:cNvPr>
          <p:cNvSpPr txBox="1"/>
          <p:nvPr/>
        </p:nvSpPr>
        <p:spPr>
          <a:xfrm>
            <a:off x="5128748" y="5751521"/>
            <a:ext cx="1934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(a) Modbus packet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79AF4D-4A60-BBDB-D9A4-3BC330E713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57" b="2521"/>
          <a:stretch>
            <a:fillRect/>
          </a:stretch>
        </p:blipFill>
        <p:spPr>
          <a:xfrm>
            <a:off x="2943539" y="2445805"/>
            <a:ext cx="6292871" cy="30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795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07EB1-ED76-8758-116B-85EC3C491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D4B5A3C-7CFD-5870-3C74-F1C3C207A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550" y="1"/>
            <a:ext cx="10984850" cy="888999"/>
          </a:xfrm>
        </p:spPr>
        <p:txBody>
          <a:bodyPr/>
          <a:lstStyle/>
          <a:p>
            <a:r>
              <a:rPr lang="en-US"/>
              <a:t>Datasets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8847F8-8538-59F8-E8FA-CC012F2D6C17}"/>
              </a:ext>
            </a:extLst>
          </p:cNvPr>
          <p:cNvCxnSpPr>
            <a:cxnSpLocks/>
          </p:cNvCxnSpPr>
          <p:nvPr/>
        </p:nvCxnSpPr>
        <p:spPr>
          <a:xfrm>
            <a:off x="597551" y="876301"/>
            <a:ext cx="7276449" cy="0"/>
          </a:xfrm>
          <a:prstGeom prst="line">
            <a:avLst/>
          </a:prstGeom>
          <a:noFill/>
          <a:ln w="25400" cap="flat" cmpd="sng" algn="ctr">
            <a:solidFill>
              <a:schemeClr val="accent2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F5B8D01-A38D-9264-B255-F9EFE48ED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75" y="1126172"/>
            <a:ext cx="10984849" cy="3348353"/>
          </a:xfrm>
        </p:spPr>
        <p:txBody>
          <a:bodyPr>
            <a:noAutofit/>
          </a:bodyPr>
          <a:lstStyle/>
          <a:p>
            <a:pPr marL="457200" indent="-45720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Font typeface="+mj-lt"/>
              <a:buAutoNum type="arabicPeriod"/>
            </a:pPr>
            <a:r>
              <a:rPr lang="en-US"/>
              <a:t>ICS dataset [</a:t>
            </a:r>
            <a:r>
              <a:rPr lang="en-US" err="1"/>
              <a:t>zenodo</a:t>
            </a:r>
            <a:r>
              <a:rPr lang="en-US"/>
              <a:t>]</a:t>
            </a:r>
            <a:r>
              <a:rPr lang="en-US" baseline="30000"/>
              <a:t>1</a:t>
            </a:r>
            <a:r>
              <a:rPr lang="en-US"/>
              <a:t>:</a:t>
            </a:r>
            <a:endParaRPr lang="en-US" baseline="30000"/>
          </a:p>
          <a:p>
            <a:pPr marL="573589" lvl="1" indent="-280981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Emulated industrial process with PLCs and HMIs</a:t>
            </a:r>
          </a:p>
          <a:p>
            <a:pPr marL="573589" lvl="1" indent="-280981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Synchronized sensor, log, and network data</a:t>
            </a:r>
          </a:p>
          <a:p>
            <a:pPr marL="573589" lvl="1" indent="-280981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Normal, fault, and cyber-attack scenarios</a:t>
            </a:r>
          </a:p>
          <a:p>
            <a:pPr marL="457200" indent="-45720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Font typeface="+mj-lt"/>
              <a:buAutoNum type="arabicPeriod"/>
            </a:pPr>
            <a:r>
              <a:rPr lang="en-US" err="1"/>
              <a:t>DataSense</a:t>
            </a:r>
            <a:r>
              <a:rPr lang="en-US"/>
              <a:t> [CIC]</a:t>
            </a:r>
            <a:r>
              <a:rPr lang="en-US" baseline="30000"/>
              <a:t>2</a:t>
            </a:r>
            <a:r>
              <a:rPr lang="en-US"/>
              <a:t>:</a:t>
            </a:r>
            <a:endParaRPr lang="en-US" baseline="30000"/>
          </a:p>
          <a:p>
            <a:pPr marL="573589" lvl="1" indent="-280981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Real </a:t>
            </a:r>
            <a:r>
              <a:rPr lang="en-US" err="1"/>
              <a:t>IIoT</a:t>
            </a:r>
            <a:r>
              <a:rPr lang="en-US"/>
              <a:t> testbed with heterogeneous industrial devices</a:t>
            </a:r>
          </a:p>
          <a:p>
            <a:pPr marL="573589" lvl="1" indent="-280981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Synchronized sensor telemetry and network traffic streams</a:t>
            </a:r>
          </a:p>
          <a:p>
            <a:pPr marL="573589" lvl="1" indent="-280981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50 realistic attacks across seven threat categories</a:t>
            </a:r>
          </a:p>
        </p:txBody>
      </p:sp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id="{00A456DA-9ADD-E0ED-6731-4797AA247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4484" y="6459783"/>
            <a:ext cx="1312025" cy="365125"/>
          </a:xfrm>
        </p:spPr>
        <p:txBody>
          <a:bodyPr/>
          <a:lstStyle/>
          <a:p>
            <a:fld id="{38C60F48-EAB5-A54D-B834-7AA360F30939}" type="slidenum">
              <a:rPr lang="en-US" smtClean="0"/>
              <a:t>5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882B6A-1693-F8D3-FE18-B5BFD85C3413}"/>
              </a:ext>
            </a:extLst>
          </p:cNvPr>
          <p:cNvSpPr txBox="1"/>
          <p:nvPr/>
        </p:nvSpPr>
        <p:spPr>
          <a:xfrm>
            <a:off x="466282" y="6091101"/>
            <a:ext cx="1084941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nn-NO" sz="1400"/>
              <a:t>Sudyana, D. (2025). ICS Dataset [Data set]. Zenodo. </a:t>
            </a:r>
            <a:r>
              <a:rPr lang="nn-NO" sz="1400">
                <a:hlinkClick r:id="rId2"/>
              </a:rPr>
              <a:t>https://doi.org/10.5281/zenodo.17165850</a:t>
            </a:r>
            <a:endParaRPr lang="nn-NO" sz="1400"/>
          </a:p>
          <a:p>
            <a:pPr marL="342900" indent="-342900">
              <a:buAutoNum type="arabicPeriod"/>
            </a:pPr>
            <a:r>
              <a:rPr lang="en-US" sz="1400" err="1"/>
              <a:t>Firouzi</a:t>
            </a:r>
            <a:r>
              <a:rPr lang="en-US" sz="1400"/>
              <a:t>, A., Dadkhah, S., Maret, S. A., &amp; Ghorbani, A. A. (2025). </a:t>
            </a:r>
            <a:r>
              <a:rPr lang="en-US" sz="1400" err="1"/>
              <a:t>DataSense</a:t>
            </a:r>
            <a:r>
              <a:rPr lang="en-US" sz="1400"/>
              <a:t>: A Real-Time Sensor-Based Benchmark Dataset for Attack Analysis in </a:t>
            </a:r>
            <a:r>
              <a:rPr lang="en-US" sz="1400" err="1"/>
              <a:t>IIoT</a:t>
            </a:r>
            <a:r>
              <a:rPr lang="en-US" sz="1400"/>
              <a:t> with Multi-Objective Feature Selection. </a:t>
            </a:r>
            <a:r>
              <a:rPr lang="en-US" sz="1400" i="1"/>
              <a:t>Electronics</a:t>
            </a:r>
            <a:r>
              <a:rPr lang="en-US" sz="1400"/>
              <a:t>, </a:t>
            </a:r>
            <a:r>
              <a:rPr lang="en-US" sz="1400" i="1"/>
              <a:t>14</a:t>
            </a:r>
            <a:r>
              <a:rPr lang="en-US" sz="1400"/>
              <a:t>(20), 4095.</a:t>
            </a:r>
            <a:endParaRPr lang="en-US" sz="11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D7B7595-5C79-B42C-AB30-DA82B5318D73}"/>
              </a:ext>
            </a:extLst>
          </p:cNvPr>
          <p:cNvCxnSpPr>
            <a:cxnSpLocks/>
          </p:cNvCxnSpPr>
          <p:nvPr/>
        </p:nvCxnSpPr>
        <p:spPr>
          <a:xfrm>
            <a:off x="597549" y="6044722"/>
            <a:ext cx="1058290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186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C1CEE-0433-7CE4-2B24-FA747B402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D5D43DF-2FEE-4CAB-9615-7F3CF30B6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550" y="1"/>
            <a:ext cx="10984850" cy="888999"/>
          </a:xfrm>
        </p:spPr>
        <p:txBody>
          <a:bodyPr/>
          <a:lstStyle/>
          <a:p>
            <a:r>
              <a:rPr lang="en-US"/>
              <a:t>Datasets Balancing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651B7D1-AE76-C144-74FD-725DF28CDA3D}"/>
              </a:ext>
            </a:extLst>
          </p:cNvPr>
          <p:cNvCxnSpPr>
            <a:cxnSpLocks/>
          </p:cNvCxnSpPr>
          <p:nvPr/>
        </p:nvCxnSpPr>
        <p:spPr>
          <a:xfrm>
            <a:off x="597551" y="876301"/>
            <a:ext cx="4385929" cy="0"/>
          </a:xfrm>
          <a:prstGeom prst="line">
            <a:avLst/>
          </a:prstGeom>
          <a:noFill/>
          <a:ln w="25400" cap="flat" cmpd="sng" algn="ctr">
            <a:solidFill>
              <a:schemeClr val="accent2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id="{91C35C6D-02E0-C44D-5171-C5C85DD19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4484" y="6459783"/>
            <a:ext cx="1312025" cy="365125"/>
          </a:xfrm>
        </p:spPr>
        <p:txBody>
          <a:bodyPr/>
          <a:lstStyle/>
          <a:p>
            <a:fld id="{38C60F48-EAB5-A54D-B834-7AA360F30939}" type="slidenum">
              <a:rPr lang="en-US" smtClean="0"/>
              <a:t>6</a:t>
            </a:fld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30DAEE4-7552-7A40-AF04-B173A5103E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7550" y="1754120"/>
            <a:ext cx="5175514" cy="35935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765C4CE-FB6A-EAE8-30F3-597B3DC1C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886" y="1754120"/>
            <a:ext cx="5175514" cy="359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219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666DE-DF26-70AC-8E57-660F87CA8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1CD62-3500-B42E-BC72-0BBE059D6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 Correlation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5ECE5-0BAF-B41A-6407-125147A4C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60F48-EAB5-A54D-B834-7AA360F30939}" type="slidenum">
              <a:rPr lang="en-US" smtClean="0"/>
              <a:t>7</a:t>
            </a:fld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C42940E-4F52-D57B-483F-A70213429396}"/>
              </a:ext>
            </a:extLst>
          </p:cNvPr>
          <p:cNvCxnSpPr>
            <a:cxnSpLocks/>
          </p:cNvCxnSpPr>
          <p:nvPr/>
        </p:nvCxnSpPr>
        <p:spPr>
          <a:xfrm>
            <a:off x="597550" y="876301"/>
            <a:ext cx="4203050" cy="0"/>
          </a:xfrm>
          <a:prstGeom prst="line">
            <a:avLst/>
          </a:prstGeom>
          <a:noFill/>
          <a:ln w="25400" cap="flat" cmpd="sng" algn="ctr">
            <a:solidFill>
              <a:schemeClr val="accent2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368D432-7E0F-2827-2968-2291587E0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10132"/>
            <a:ext cx="7124909" cy="663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273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BAC40-B5FE-5072-D8C0-2B9E31F97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F4CEB-44CF-60D1-1AA8-E4BE31D55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Sequential signal processing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24D0A-EDC7-3D80-C7B0-AE2E972E0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60F48-EAB5-A54D-B834-7AA360F30939}" type="slidenum">
              <a:rPr lang="en-US" smtClean="0"/>
              <a:t>8</a:t>
            </a:fld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A65BEDB-6375-E223-27C5-54F8E959B873}"/>
              </a:ext>
            </a:extLst>
          </p:cNvPr>
          <p:cNvCxnSpPr>
            <a:cxnSpLocks/>
          </p:cNvCxnSpPr>
          <p:nvPr/>
        </p:nvCxnSpPr>
        <p:spPr>
          <a:xfrm>
            <a:off x="597550" y="876301"/>
            <a:ext cx="6184250" cy="0"/>
          </a:xfrm>
          <a:prstGeom prst="line">
            <a:avLst/>
          </a:prstGeom>
          <a:noFill/>
          <a:ln w="25400" cap="flat" cmpd="sng" algn="ctr">
            <a:solidFill>
              <a:schemeClr val="accent2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44F0175D-DD3B-0FF4-C7D8-F7175C97F0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66"/>
          <a:stretch>
            <a:fillRect/>
          </a:stretch>
        </p:blipFill>
        <p:spPr>
          <a:xfrm>
            <a:off x="2169890" y="3371441"/>
            <a:ext cx="7840169" cy="28053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E35EE6-45E4-5DA7-D247-1F15A918E65A}"/>
              </a:ext>
            </a:extLst>
          </p:cNvPr>
          <p:cNvSpPr txBox="1"/>
          <p:nvPr/>
        </p:nvSpPr>
        <p:spPr>
          <a:xfrm>
            <a:off x="3658013" y="6107232"/>
            <a:ext cx="4875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(a) Tank level sensor fault (for PLC2 in the dataset)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A4DF494-F2DA-C530-48FA-73F1DB2D0F3A}"/>
              </a:ext>
            </a:extLst>
          </p:cNvPr>
          <p:cNvSpPr txBox="1">
            <a:spLocks/>
          </p:cNvSpPr>
          <p:nvPr/>
        </p:nvSpPr>
        <p:spPr>
          <a:xfrm>
            <a:off x="948199" y="1181100"/>
            <a:ext cx="10984850" cy="480059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just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84048" indent="-182880" algn="just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66928" indent="-182880" algn="just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just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alibri" pitchFamily="34" charset="0"/>
              <a:buChar char="◦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32688" indent="-182880" algn="just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alibri" pitchFamily="34" charset="0"/>
              <a:buChar char="◦"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4625" indent="-174625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Physical faults often present a shift or a drift in the signal</a:t>
            </a:r>
          </a:p>
          <a:p>
            <a:pPr marL="174625" indent="-174625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Exponentially Weighted Moving Average (EWMA) captures gradual drift</a:t>
            </a:r>
          </a:p>
          <a:p>
            <a:pPr marL="174625" indent="-174625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Cumulative Sum (CUSUM) captures change in the mean (i.e., detect persistent shifts)</a:t>
            </a:r>
          </a:p>
          <a:p>
            <a:pPr marL="174625" indent="-174625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Both are cheap to compute in the SmartNIC</a:t>
            </a:r>
          </a:p>
          <a:p>
            <a:pPr marL="174625" indent="-174625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altLang="en-US" sz="2200"/>
          </a:p>
          <a:p>
            <a:pPr marL="0" indent="0">
              <a:buClr>
                <a:schemeClr val="accent2"/>
              </a:buClr>
              <a:buNone/>
            </a:pPr>
            <a:endParaRPr lang="en-US" altLang="en-US" sz="2200"/>
          </a:p>
        </p:txBody>
      </p:sp>
    </p:spTree>
    <p:extLst>
      <p:ext uri="{BB962C8B-B14F-4D97-AF65-F5344CB8AC3E}">
        <p14:creationId xmlns:p14="http://schemas.microsoft.com/office/powerpoint/2010/main" val="661999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F96C6-351A-51BE-294D-D91290645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623871-FDE5-632F-CB2F-782826933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60F48-EAB5-A54D-B834-7AA360F30939}" type="slidenum">
              <a:rPr lang="en-US" smtClean="0"/>
              <a:t>9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7BCBBEC-A480-B896-6840-6FDB20484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549" y="1023683"/>
            <a:ext cx="11309316" cy="5317481"/>
          </a:xfrm>
        </p:spPr>
        <p:txBody>
          <a:bodyPr>
            <a:normAutofit/>
          </a:bodyPr>
          <a:lstStyle/>
          <a:p>
            <a:pPr marL="280981" indent="-280981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For each PLC, we conducted Principal Component Analysis (PCA)</a:t>
            </a:r>
          </a:p>
          <a:p>
            <a:pPr marL="280981" indent="-280981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The number of components is 2</a:t>
            </a:r>
          </a:p>
          <a:p>
            <a:pPr marL="280981" indent="-280981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An MLP model is trained to show classification feasibility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9600854-8F2D-A707-82AF-0BCDB4E0C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550" y="1"/>
            <a:ext cx="10984850" cy="888999"/>
          </a:xfrm>
        </p:spPr>
        <p:txBody>
          <a:bodyPr>
            <a:normAutofit/>
          </a:bodyPr>
          <a:lstStyle/>
          <a:p>
            <a:r>
              <a:rPr lang="en-US"/>
              <a:t>Results: Sensor fault detection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B9658C-D4CE-4D36-B3FF-DE55A4BD3085}"/>
              </a:ext>
            </a:extLst>
          </p:cNvPr>
          <p:cNvCxnSpPr>
            <a:cxnSpLocks/>
          </p:cNvCxnSpPr>
          <p:nvPr/>
        </p:nvCxnSpPr>
        <p:spPr>
          <a:xfrm>
            <a:off x="597551" y="876301"/>
            <a:ext cx="6489049" cy="0"/>
          </a:xfrm>
          <a:prstGeom prst="line">
            <a:avLst/>
          </a:prstGeom>
          <a:noFill/>
          <a:ln w="25400" cap="flat" cmpd="sng" algn="ctr">
            <a:solidFill>
              <a:schemeClr val="accent2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D6DC363-2C97-228B-09B4-A1B16A10D4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72"/>
          <a:stretch>
            <a:fillRect/>
          </a:stretch>
        </p:blipFill>
        <p:spPr>
          <a:xfrm>
            <a:off x="165585" y="2733114"/>
            <a:ext cx="11741280" cy="324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418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7D4BA-2C57-0EAC-94B6-298AD54D9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21018A5-5BCD-C88F-85EA-A2721C203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60F48-EAB5-A54D-B834-7AA360F30939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F545A8-4E9C-5B8A-A823-7DBB2FCC27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28"/>
          <a:stretch>
            <a:fillRect/>
          </a:stretch>
        </p:blipFill>
        <p:spPr>
          <a:xfrm>
            <a:off x="6444281" y="166953"/>
            <a:ext cx="5747719" cy="62542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64FA9F-924E-A4E8-6EB0-2CA3E2FFC3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911" y="337883"/>
            <a:ext cx="5747719" cy="590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809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3B372-F77B-A009-18DB-E2CE83650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9BF486-BBE1-DA80-620C-F9CA38D84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60F48-EAB5-A54D-B834-7AA360F30939}" type="slidenum">
              <a:rPr lang="en-US" smtClean="0"/>
              <a:t>11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5282652-E92E-D1D5-9EA3-F7C48700B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549" y="1023683"/>
            <a:ext cx="11309316" cy="5317481"/>
          </a:xfrm>
        </p:spPr>
        <p:txBody>
          <a:bodyPr>
            <a:normAutofit/>
          </a:bodyPr>
          <a:lstStyle/>
          <a:p>
            <a:pPr marL="280981" indent="-280981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Tested 4 models</a:t>
            </a:r>
          </a:p>
          <a:p>
            <a:pPr marL="280981" indent="-280981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RF best results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60589F7-E104-3799-9E6F-3766C3155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550" y="1"/>
            <a:ext cx="10984850" cy="888999"/>
          </a:xfrm>
        </p:spPr>
        <p:txBody>
          <a:bodyPr>
            <a:normAutofit/>
          </a:bodyPr>
          <a:lstStyle/>
          <a:p>
            <a:r>
              <a:rPr lang="en-US"/>
              <a:t>Results: Models performance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7C5CBF-BBE1-AF4D-B66C-A29365C5B792}"/>
              </a:ext>
            </a:extLst>
          </p:cNvPr>
          <p:cNvCxnSpPr>
            <a:cxnSpLocks/>
          </p:cNvCxnSpPr>
          <p:nvPr/>
        </p:nvCxnSpPr>
        <p:spPr>
          <a:xfrm>
            <a:off x="597551" y="876301"/>
            <a:ext cx="6489049" cy="0"/>
          </a:xfrm>
          <a:prstGeom prst="line">
            <a:avLst/>
          </a:prstGeom>
          <a:noFill/>
          <a:ln w="25400" cap="flat" cmpd="sng" algn="ctr">
            <a:solidFill>
              <a:schemeClr val="accent2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3FEC550-E96A-EBBF-4A18-B5030CA6F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49" y="2524244"/>
            <a:ext cx="4642941" cy="366833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3A7DD21-75FB-2CE3-6220-755D177717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9010" y="3429000"/>
            <a:ext cx="6267855" cy="208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622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46BB15F-DEC6-F698-8C22-56CB47D74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550" y="1"/>
            <a:ext cx="10984850" cy="888999"/>
          </a:xfrm>
        </p:spPr>
        <p:txBody>
          <a:bodyPr/>
          <a:lstStyle/>
          <a:p>
            <a:r>
              <a:rPr lang="en-US"/>
              <a:t>Experiment Topology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3ECDE84-C521-2F33-7CD7-162DA5123426}"/>
              </a:ext>
            </a:extLst>
          </p:cNvPr>
          <p:cNvCxnSpPr>
            <a:cxnSpLocks/>
          </p:cNvCxnSpPr>
          <p:nvPr/>
        </p:nvCxnSpPr>
        <p:spPr>
          <a:xfrm>
            <a:off x="597551" y="876301"/>
            <a:ext cx="7276449" cy="0"/>
          </a:xfrm>
          <a:prstGeom prst="line">
            <a:avLst/>
          </a:prstGeom>
          <a:noFill/>
          <a:ln w="25400" cap="flat" cmpd="sng" algn="ctr">
            <a:solidFill>
              <a:schemeClr val="accent2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681BEFE-7DEB-E31C-7649-81E62748D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549" y="1023684"/>
            <a:ext cx="10984849" cy="2038150"/>
          </a:xfrm>
        </p:spPr>
        <p:txBody>
          <a:bodyPr>
            <a:noAutofit/>
          </a:bodyPr>
          <a:lstStyle/>
          <a:p>
            <a:pPr marL="280981" indent="-280981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The topology consists of two nodes:</a:t>
            </a:r>
          </a:p>
          <a:p>
            <a:pPr marL="573589" lvl="1" indent="-280981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Collector node, equipped with an NVIDIA BlueField (BF)</a:t>
            </a:r>
          </a:p>
          <a:p>
            <a:pPr marL="573589" lvl="1" indent="-280981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Traffic generator node, equipped with an NVIDIA ConnectX-6</a:t>
            </a:r>
          </a:p>
        </p:txBody>
      </p:sp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id="{2635ABD9-D432-F9C9-A8B3-0D8E2F58F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4484" y="6459783"/>
            <a:ext cx="1312025" cy="365125"/>
          </a:xfrm>
        </p:spPr>
        <p:txBody>
          <a:bodyPr/>
          <a:lstStyle/>
          <a:p>
            <a:fld id="{38C60F48-EAB5-A54D-B834-7AA360F30939}" type="slidenum">
              <a:rPr lang="en-US" smtClean="0"/>
              <a:t>12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E58265D-8B27-9D45-F404-7CBFF64A48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577"/>
          <a:stretch>
            <a:fillRect/>
          </a:stretch>
        </p:blipFill>
        <p:spPr>
          <a:xfrm>
            <a:off x="3008726" y="3320047"/>
            <a:ext cx="6162494" cy="157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42892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12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Retrospect</vt:lpstr>
      <vt:lpstr>PowerPoint Presentation</vt:lpstr>
      <vt:lpstr>Motivation</vt:lpstr>
      <vt:lpstr>PowerPoint Presentation</vt:lpstr>
      <vt:lpstr>Modbus TCP/IP</vt:lpstr>
      <vt:lpstr>Datasets</vt:lpstr>
      <vt:lpstr>Datasets Balancing</vt:lpstr>
      <vt:lpstr>Feature Correlation</vt:lpstr>
      <vt:lpstr>Sequential signal processing</vt:lpstr>
      <vt:lpstr>Results: Sensor fault detection</vt:lpstr>
      <vt:lpstr>PowerPoint Presentation</vt:lpstr>
      <vt:lpstr>Results: Models performance</vt:lpstr>
      <vt:lpstr>Experiment Topology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revision>1</cp:revision>
  <dcterms:created xsi:type="dcterms:W3CDTF">2020-04-03T21:33:21Z</dcterms:created>
  <dcterms:modified xsi:type="dcterms:W3CDTF">2026-03-16T19:43:35Z</dcterms:modified>
</cp:coreProperties>
</file>