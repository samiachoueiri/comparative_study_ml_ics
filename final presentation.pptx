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408" r:id="rId2"/>
    <p:sldId id="2199" r:id="rId3"/>
    <p:sldId id="2224" r:id="rId4"/>
    <p:sldId id="2220" r:id="rId5"/>
    <p:sldId id="2223" r:id="rId6"/>
    <p:sldId id="2227" r:id="rId7"/>
    <p:sldId id="2150" r:id="rId8"/>
    <p:sldId id="2228" r:id="rId9"/>
    <p:sldId id="221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3C5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11B2A-9C1F-4244-8FA5-B80D59149FC8}" v="1" dt="2026-04-26T09:29:05.185"/>
    <p1510:client id="{C65F9CEA-CD29-45BF-BCF2-FB8AF89525A5}" v="202" dt="2026-04-26T22:55:00.771"/>
    <p1510:client id="{E0C367A5-A87D-4142-B311-4804C098E2C7}" v="115" dt="2026-04-26T23:01:14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zalde, Sergio" userId="0f7c9ba4-51fe-43ab-9ac1-6d642c4cebdf" providerId="ADAL" clId="{2F611B2A-9C1F-4244-8FA5-B80D59149FC8}"/>
    <pc:docChg chg="undo custSel modSld">
      <pc:chgData name="Elizalde, Sergio" userId="0f7c9ba4-51fe-43ab-9ac1-6d642c4cebdf" providerId="ADAL" clId="{2F611B2A-9C1F-4244-8FA5-B80D59149FC8}" dt="2026-04-26T09:31:15.148" v="56" actId="1076"/>
      <pc:docMkLst>
        <pc:docMk/>
      </pc:docMkLst>
      <pc:sldChg chg="delSp modSp mod">
        <pc:chgData name="Elizalde, Sergio" userId="0f7c9ba4-51fe-43ab-9ac1-6d642c4cebdf" providerId="ADAL" clId="{2F611B2A-9C1F-4244-8FA5-B80D59149FC8}" dt="2026-04-26T09:31:15.148" v="56" actId="1076"/>
        <pc:sldMkLst>
          <pc:docMk/>
          <pc:sldMk cId="1794598905" sldId="408"/>
        </pc:sldMkLst>
        <pc:spChg chg="mod">
          <ac:chgData name="Elizalde, Sergio" userId="0f7c9ba4-51fe-43ab-9ac1-6d642c4cebdf" providerId="ADAL" clId="{2F611B2A-9C1F-4244-8FA5-B80D59149FC8}" dt="2026-04-26T09:30:42.142" v="42"/>
          <ac:spMkLst>
            <pc:docMk/>
            <pc:sldMk cId="1794598905" sldId="408"/>
            <ac:spMk id="2" creationId="{0D1F3A99-91F5-44A2-9A29-778E2BCA2F9C}"/>
          </ac:spMkLst>
        </pc:spChg>
        <pc:spChg chg="mod">
          <ac:chgData name="Elizalde, Sergio" userId="0f7c9ba4-51fe-43ab-9ac1-6d642c4cebdf" providerId="ADAL" clId="{2F611B2A-9C1F-4244-8FA5-B80D59149FC8}" dt="2026-04-26T09:31:11.968" v="54" actId="1076"/>
          <ac:spMkLst>
            <pc:docMk/>
            <pc:sldMk cId="1794598905" sldId="408"/>
            <ac:spMk id="6" creationId="{C891F461-FE3E-0D4F-7D19-E922DA5C3B97}"/>
          </ac:spMkLst>
        </pc:spChg>
        <pc:picChg chg="mod">
          <ac:chgData name="Elizalde, Sergio" userId="0f7c9ba4-51fe-43ab-9ac1-6d642c4cebdf" providerId="ADAL" clId="{2F611B2A-9C1F-4244-8FA5-B80D59149FC8}" dt="2026-04-26T09:31:15.148" v="56" actId="1076"/>
          <ac:picMkLst>
            <pc:docMk/>
            <pc:sldMk cId="1794598905" sldId="408"/>
            <ac:picMk id="3" creationId="{9603BEAD-C091-59C6-6F59-92F92D70761D}"/>
          </ac:picMkLst>
        </pc:picChg>
        <pc:picChg chg="del">
          <ac:chgData name="Elizalde, Sergio" userId="0f7c9ba4-51fe-43ab-9ac1-6d642c4cebdf" providerId="ADAL" clId="{2F611B2A-9C1F-4244-8FA5-B80D59149FC8}" dt="2026-04-26T09:29:05.184" v="0" actId="478"/>
          <ac:picMkLst>
            <pc:docMk/>
            <pc:sldMk cId="1794598905" sldId="408"/>
            <ac:picMk id="5" creationId="{B59ECE03-90C5-BD7E-2BFE-339711172C49}"/>
          </ac:picMkLst>
        </pc:picChg>
      </pc:sldChg>
    </pc:docChg>
  </pc:docChgLst>
  <pc:docChgLst>
    <pc:chgData name="Choueiri, Samia" userId="b81b9bbb-c87f-490f-9bf9-c5942ec705de" providerId="ADAL" clId="{28651051-5F40-41E7-92BC-0B48539B80E0}"/>
    <pc:docChg chg="undo custSel addSld delSld modSld sldOrd">
      <pc:chgData name="Choueiri, Samia" userId="b81b9bbb-c87f-490f-9bf9-c5942ec705de" providerId="ADAL" clId="{28651051-5F40-41E7-92BC-0B48539B80E0}" dt="2026-04-26T23:22:42.786" v="394" actId="47"/>
      <pc:docMkLst>
        <pc:docMk/>
      </pc:docMkLst>
      <pc:sldChg chg="modSp del mod">
        <pc:chgData name="Choueiri, Samia" userId="b81b9bbb-c87f-490f-9bf9-c5942ec705de" providerId="ADAL" clId="{28651051-5F40-41E7-92BC-0B48539B80E0}" dt="2026-04-26T22:28:49.009" v="285" actId="47"/>
        <pc:sldMkLst>
          <pc:docMk/>
          <pc:sldMk cId="354627778" sldId="353"/>
        </pc:sldMkLst>
        <pc:spChg chg="mod">
          <ac:chgData name="Choueiri, Samia" userId="b81b9bbb-c87f-490f-9bf9-c5942ec705de" providerId="ADAL" clId="{28651051-5F40-41E7-92BC-0B48539B80E0}" dt="2026-04-26T22:28:42.522" v="284" actId="20577"/>
          <ac:spMkLst>
            <pc:docMk/>
            <pc:sldMk cId="354627778" sldId="353"/>
            <ac:spMk id="3" creationId="{4BC348B2-A502-4478-977C-9683494609FC}"/>
          </ac:spMkLst>
        </pc:spChg>
      </pc:sldChg>
      <pc:sldChg chg="delSp modSp mod">
        <pc:chgData name="Choueiri, Samia" userId="b81b9bbb-c87f-490f-9bf9-c5942ec705de" providerId="ADAL" clId="{28651051-5F40-41E7-92BC-0B48539B80E0}" dt="2026-04-26T22:43:48.828" v="323" actId="20577"/>
        <pc:sldMkLst>
          <pc:docMk/>
          <pc:sldMk cId="1794598905" sldId="408"/>
        </pc:sldMkLst>
        <pc:spChg chg="mod">
          <ac:chgData name="Choueiri, Samia" userId="b81b9bbb-c87f-490f-9bf9-c5942ec705de" providerId="ADAL" clId="{28651051-5F40-41E7-92BC-0B48539B80E0}" dt="2026-04-26T22:43:48.828" v="323" actId="20577"/>
          <ac:spMkLst>
            <pc:docMk/>
            <pc:sldMk cId="1794598905" sldId="408"/>
            <ac:spMk id="2" creationId="{0D1F3A99-91F5-44A2-9A29-778E2BCA2F9C}"/>
          </ac:spMkLst>
        </pc:spChg>
        <pc:spChg chg="del mod">
          <ac:chgData name="Choueiri, Samia" userId="b81b9bbb-c87f-490f-9bf9-c5942ec705de" providerId="ADAL" clId="{28651051-5F40-41E7-92BC-0B48539B80E0}" dt="2026-04-26T22:43:35.036" v="319" actId="478"/>
          <ac:spMkLst>
            <pc:docMk/>
            <pc:sldMk cId="1794598905" sldId="408"/>
            <ac:spMk id="6" creationId="{C891F461-FE3E-0D4F-7D19-E922DA5C3B97}"/>
          </ac:spMkLst>
        </pc:spChg>
      </pc:sldChg>
      <pc:sldChg chg="del">
        <pc:chgData name="Choueiri, Samia" userId="b81b9bbb-c87f-490f-9bf9-c5942ec705de" providerId="ADAL" clId="{28651051-5F40-41E7-92BC-0B48539B80E0}" dt="2026-04-26T22:20:44.285" v="147" actId="47"/>
        <pc:sldMkLst>
          <pc:docMk/>
          <pc:sldMk cId="727657667" sldId="2066"/>
        </pc:sldMkLst>
      </pc:sldChg>
      <pc:sldChg chg="del">
        <pc:chgData name="Choueiri, Samia" userId="b81b9bbb-c87f-490f-9bf9-c5942ec705de" providerId="ADAL" clId="{28651051-5F40-41E7-92BC-0B48539B80E0}" dt="2026-04-26T22:20:38.307" v="146" actId="47"/>
        <pc:sldMkLst>
          <pc:docMk/>
          <pc:sldMk cId="350606058" sldId="2068"/>
        </pc:sldMkLst>
      </pc:sldChg>
      <pc:sldChg chg="addSp delSp modSp mod addAnim delAnim">
        <pc:chgData name="Choueiri, Samia" userId="b81b9bbb-c87f-490f-9bf9-c5942ec705de" providerId="ADAL" clId="{28651051-5F40-41E7-92BC-0B48539B80E0}" dt="2026-04-26T22:32:27.855" v="297" actId="1076"/>
        <pc:sldMkLst>
          <pc:docMk/>
          <pc:sldMk cId="26606762" sldId="2150"/>
        </pc:sldMkLst>
        <pc:spChg chg="mod">
          <ac:chgData name="Choueiri, Samia" userId="b81b9bbb-c87f-490f-9bf9-c5942ec705de" providerId="ADAL" clId="{28651051-5F40-41E7-92BC-0B48539B80E0}" dt="2026-04-26T22:26:02.121" v="226" actId="20577"/>
          <ac:spMkLst>
            <pc:docMk/>
            <pc:sldMk cId="26606762" sldId="2150"/>
            <ac:spMk id="2" creationId="{B2093F77-9EDA-998C-D820-C6482E5D327E}"/>
          </ac:spMkLst>
        </pc:spChg>
        <pc:spChg chg="del">
          <ac:chgData name="Choueiri, Samia" userId="b81b9bbb-c87f-490f-9bf9-c5942ec705de" providerId="ADAL" clId="{28651051-5F40-41E7-92BC-0B48539B80E0}" dt="2026-04-26T22:20:02.193" v="141" actId="478"/>
          <ac:spMkLst>
            <pc:docMk/>
            <pc:sldMk cId="26606762" sldId="2150"/>
            <ac:spMk id="11" creationId="{1A99E2F7-5FA6-955D-70C7-99D5DE754658}"/>
          </ac:spMkLst>
        </pc:spChg>
        <pc:spChg chg="add del">
          <ac:chgData name="Choueiri, Samia" userId="b81b9bbb-c87f-490f-9bf9-c5942ec705de" providerId="ADAL" clId="{28651051-5F40-41E7-92BC-0B48539B80E0}" dt="2026-04-26T22:19:44.339" v="74" actId="478"/>
          <ac:spMkLst>
            <pc:docMk/>
            <pc:sldMk cId="26606762" sldId="2150"/>
            <ac:spMk id="12" creationId="{10E82636-1788-CCC2-FF8F-50FDAFCF68E9}"/>
          </ac:spMkLst>
        </pc:spChg>
        <pc:spChg chg="del">
          <ac:chgData name="Choueiri, Samia" userId="b81b9bbb-c87f-490f-9bf9-c5942ec705de" providerId="ADAL" clId="{28651051-5F40-41E7-92BC-0B48539B80E0}" dt="2026-04-26T22:31:20.112" v="289" actId="478"/>
          <ac:spMkLst>
            <pc:docMk/>
            <pc:sldMk cId="26606762" sldId="2150"/>
            <ac:spMk id="13" creationId="{70070D57-9229-3C05-97CB-29472C121368}"/>
          </ac:spMkLst>
        </pc:spChg>
        <pc:spChg chg="del">
          <ac:chgData name="Choueiri, Samia" userId="b81b9bbb-c87f-490f-9bf9-c5942ec705de" providerId="ADAL" clId="{28651051-5F40-41E7-92BC-0B48539B80E0}" dt="2026-04-26T22:20:03.148" v="142" actId="478"/>
          <ac:spMkLst>
            <pc:docMk/>
            <pc:sldMk cId="26606762" sldId="2150"/>
            <ac:spMk id="15" creationId="{1C8E8BA9-0921-37B1-65B2-3133B35214D4}"/>
          </ac:spMkLst>
        </pc:spChg>
        <pc:spChg chg="add del">
          <ac:chgData name="Choueiri, Samia" userId="b81b9bbb-c87f-490f-9bf9-c5942ec705de" providerId="ADAL" clId="{28651051-5F40-41E7-92BC-0B48539B80E0}" dt="2026-04-26T22:19:42.659" v="73" actId="478"/>
          <ac:spMkLst>
            <pc:docMk/>
            <pc:sldMk cId="26606762" sldId="2150"/>
            <ac:spMk id="16" creationId="{D02A9111-2526-2EE1-B131-6D87789F96E2}"/>
          </ac:spMkLst>
        </pc:spChg>
        <pc:spChg chg="del">
          <ac:chgData name="Choueiri, Samia" userId="b81b9bbb-c87f-490f-9bf9-c5942ec705de" providerId="ADAL" clId="{28651051-5F40-41E7-92BC-0B48539B80E0}" dt="2026-04-26T22:31:18.491" v="288" actId="478"/>
          <ac:spMkLst>
            <pc:docMk/>
            <pc:sldMk cId="26606762" sldId="2150"/>
            <ac:spMk id="17" creationId="{9F8FBFE2-3B52-FC96-B096-BBC46438B899}"/>
          </ac:spMkLst>
        </pc:spChg>
        <pc:spChg chg="del">
          <ac:chgData name="Choueiri, Samia" userId="b81b9bbb-c87f-490f-9bf9-c5942ec705de" providerId="ADAL" clId="{28651051-5F40-41E7-92BC-0B48539B80E0}" dt="2026-04-26T22:31:56.750" v="295" actId="478"/>
          <ac:spMkLst>
            <pc:docMk/>
            <pc:sldMk cId="26606762" sldId="2150"/>
            <ac:spMk id="18" creationId="{67D0CAD2-620F-100F-FC6C-7AAB204B712B}"/>
          </ac:spMkLst>
        </pc:spChg>
        <pc:grpChg chg="add del">
          <ac:chgData name="Choueiri, Samia" userId="b81b9bbb-c87f-490f-9bf9-c5942ec705de" providerId="ADAL" clId="{28651051-5F40-41E7-92BC-0B48539B80E0}" dt="2026-04-26T22:31:15.438" v="287" actId="478"/>
          <ac:grpSpMkLst>
            <pc:docMk/>
            <pc:sldMk cId="26606762" sldId="2150"/>
            <ac:grpSpMk id="8" creationId="{31CE63D4-FC7D-8663-DE0D-58B549FDD053}"/>
          </ac:grpSpMkLst>
        </pc:grpChg>
        <pc:picChg chg="del">
          <ac:chgData name="Choueiri, Samia" userId="b81b9bbb-c87f-490f-9bf9-c5942ec705de" providerId="ADAL" clId="{28651051-5F40-41E7-92BC-0B48539B80E0}" dt="2026-04-26T22:20:00.611" v="140" actId="478"/>
          <ac:picMkLst>
            <pc:docMk/>
            <pc:sldMk cId="26606762" sldId="2150"/>
            <ac:picMk id="6" creationId="{AAF8D320-8D2A-F428-8F3E-52C1ACFF3F8A}"/>
          </ac:picMkLst>
        </pc:picChg>
        <pc:picChg chg="mod topLvl">
          <ac:chgData name="Choueiri, Samia" userId="b81b9bbb-c87f-490f-9bf9-c5942ec705de" providerId="ADAL" clId="{28651051-5F40-41E7-92BC-0B48539B80E0}" dt="2026-04-26T22:19:11.153" v="71" actId="478"/>
          <ac:picMkLst>
            <pc:docMk/>
            <pc:sldMk cId="26606762" sldId="2150"/>
            <ac:picMk id="9" creationId="{8FA8FBB0-A464-4056-2E3A-BF513DBF8E36}"/>
          </ac:picMkLst>
        </pc:picChg>
        <pc:picChg chg="add del mod topLvl modCrop">
          <ac:chgData name="Choueiri, Samia" userId="b81b9bbb-c87f-490f-9bf9-c5942ec705de" providerId="ADAL" clId="{28651051-5F40-41E7-92BC-0B48539B80E0}" dt="2026-04-26T22:19:57.361" v="139" actId="1038"/>
          <ac:picMkLst>
            <pc:docMk/>
            <pc:sldMk cId="26606762" sldId="2150"/>
            <ac:picMk id="10" creationId="{9D48332B-281E-56FD-1FD7-8C9D114BF6E7}"/>
          </ac:picMkLst>
        </pc:picChg>
        <pc:picChg chg="add mod">
          <ac:chgData name="Choueiri, Samia" userId="b81b9bbb-c87f-490f-9bf9-c5942ec705de" providerId="ADAL" clId="{28651051-5F40-41E7-92BC-0B48539B80E0}" dt="2026-04-26T22:31:53.254" v="294" actId="1076"/>
          <ac:picMkLst>
            <pc:docMk/>
            <pc:sldMk cId="26606762" sldId="2150"/>
            <ac:picMk id="19" creationId="{748FC0BB-48A2-89DD-C6C5-5C193D5C2EF4}"/>
          </ac:picMkLst>
        </pc:picChg>
        <pc:picChg chg="add mod">
          <ac:chgData name="Choueiri, Samia" userId="b81b9bbb-c87f-490f-9bf9-c5942ec705de" providerId="ADAL" clId="{28651051-5F40-41E7-92BC-0B48539B80E0}" dt="2026-04-26T22:32:27.855" v="297" actId="1076"/>
          <ac:picMkLst>
            <pc:docMk/>
            <pc:sldMk cId="26606762" sldId="2150"/>
            <ac:picMk id="21" creationId="{55709BFD-247C-7C09-F476-795CCB03BA6F}"/>
          </ac:picMkLst>
        </pc:picChg>
        <pc:cxnChg chg="del">
          <ac:chgData name="Choueiri, Samia" userId="b81b9bbb-c87f-490f-9bf9-c5942ec705de" providerId="ADAL" clId="{28651051-5F40-41E7-92BC-0B48539B80E0}" dt="2026-04-26T22:31:14.609" v="286" actId="478"/>
          <ac:cxnSpMkLst>
            <pc:docMk/>
            <pc:sldMk cId="26606762" sldId="2150"/>
            <ac:cxnSpMk id="3" creationId="{92417689-6E8D-E812-60AC-692E7A1F5030}"/>
          </ac:cxnSpMkLst>
        </pc:cxnChg>
        <pc:cxnChg chg="mod">
          <ac:chgData name="Choueiri, Samia" userId="b81b9bbb-c87f-490f-9bf9-c5942ec705de" providerId="ADAL" clId="{28651051-5F40-41E7-92BC-0B48539B80E0}" dt="2026-04-26T22:26:07.904" v="227" actId="14100"/>
          <ac:cxnSpMkLst>
            <pc:docMk/>
            <pc:sldMk cId="26606762" sldId="2150"/>
            <ac:cxnSpMk id="5" creationId="{71DE1173-162D-5283-7B68-6ADA66F45869}"/>
          </ac:cxnSpMkLst>
        </pc:cxnChg>
      </pc:sldChg>
      <pc:sldChg chg="modSp mod">
        <pc:chgData name="Choueiri, Samia" userId="b81b9bbb-c87f-490f-9bf9-c5942ec705de" providerId="ADAL" clId="{28651051-5F40-41E7-92BC-0B48539B80E0}" dt="2026-04-26T22:52:55.302" v="338" actId="5793"/>
        <pc:sldMkLst>
          <pc:docMk/>
          <pc:sldMk cId="1478998534" sldId="2199"/>
        </pc:sldMkLst>
        <pc:spChg chg="mod">
          <ac:chgData name="Choueiri, Samia" userId="b81b9bbb-c87f-490f-9bf9-c5942ec705de" providerId="ADAL" clId="{28651051-5F40-41E7-92BC-0B48539B80E0}" dt="2026-04-26T22:52:55.302" v="338" actId="5793"/>
          <ac:spMkLst>
            <pc:docMk/>
            <pc:sldMk cId="1478998534" sldId="2199"/>
            <ac:spMk id="5" creationId="{4C05CADE-0AF8-0581-AC76-7BF70F870A9E}"/>
          </ac:spMkLst>
        </pc:spChg>
      </pc:sldChg>
      <pc:sldChg chg="addSp delSp modSp mod ord">
        <pc:chgData name="Choueiri, Samia" userId="b81b9bbb-c87f-490f-9bf9-c5942ec705de" providerId="ADAL" clId="{28651051-5F40-41E7-92BC-0B48539B80E0}" dt="2026-04-26T22:25:17.770" v="182"/>
        <pc:sldMkLst>
          <pc:docMk/>
          <pc:sldMk cId="26606762" sldId="2220"/>
        </pc:sldMkLst>
        <pc:spChg chg="del">
          <ac:chgData name="Choueiri, Samia" userId="b81b9bbb-c87f-490f-9bf9-c5942ec705de" providerId="ADAL" clId="{28651051-5F40-41E7-92BC-0B48539B80E0}" dt="2026-04-26T22:17:31.635" v="7" actId="478"/>
          <ac:spMkLst>
            <pc:docMk/>
            <pc:sldMk cId="26606762" sldId="2220"/>
            <ac:spMk id="3" creationId="{22250942-6A52-6052-5D78-41160BFD14E3}"/>
          </ac:spMkLst>
        </pc:spChg>
        <pc:spChg chg="del">
          <ac:chgData name="Choueiri, Samia" userId="b81b9bbb-c87f-490f-9bf9-c5942ec705de" providerId="ADAL" clId="{28651051-5F40-41E7-92BC-0B48539B80E0}" dt="2026-04-26T22:17:49.636" v="25" actId="478"/>
          <ac:spMkLst>
            <pc:docMk/>
            <pc:sldMk cId="26606762" sldId="2220"/>
            <ac:spMk id="4" creationId="{F77EB3C1-D785-31DB-7AC2-3AA9E5C1E05B}"/>
          </ac:spMkLst>
        </pc:spChg>
        <pc:spChg chg="mod">
          <ac:chgData name="Choueiri, Samia" userId="b81b9bbb-c87f-490f-9bf9-c5942ec705de" providerId="ADAL" clId="{28651051-5F40-41E7-92BC-0B48539B80E0}" dt="2026-04-26T22:18:34.530" v="65" actId="20577"/>
          <ac:spMkLst>
            <pc:docMk/>
            <pc:sldMk cId="26606762" sldId="2220"/>
            <ac:spMk id="7" creationId="{FEE92243-D07F-6DD3-37A9-81E89C2811D9}"/>
          </ac:spMkLst>
        </pc:spChg>
        <pc:spChg chg="mod">
          <ac:chgData name="Choueiri, Samia" userId="b81b9bbb-c87f-490f-9bf9-c5942ec705de" providerId="ADAL" clId="{28651051-5F40-41E7-92BC-0B48539B80E0}" dt="2026-04-26T22:18:07.505" v="58" actId="20577"/>
          <ac:spMkLst>
            <pc:docMk/>
            <pc:sldMk cId="26606762" sldId="2220"/>
            <ac:spMk id="13" creationId="{23843383-EA44-B942-99E5-967F3F10A007}"/>
          </ac:spMkLst>
        </pc:spChg>
        <pc:grpChg chg="add del">
          <ac:chgData name="Choueiri, Samia" userId="b81b9bbb-c87f-490f-9bf9-c5942ec705de" providerId="ADAL" clId="{28651051-5F40-41E7-92BC-0B48539B80E0}" dt="2026-04-26T22:17:08.592" v="4" actId="478"/>
          <ac:grpSpMkLst>
            <pc:docMk/>
            <pc:sldMk cId="26606762" sldId="2220"/>
            <ac:grpSpMk id="8" creationId="{6A2AAB99-7A9D-E55A-6E9F-64000EBF7ED9}"/>
          </ac:grpSpMkLst>
        </pc:grpChg>
        <pc:picChg chg="mod">
          <ac:chgData name="Choueiri, Samia" userId="b81b9bbb-c87f-490f-9bf9-c5942ec705de" providerId="ADAL" clId="{28651051-5F40-41E7-92BC-0B48539B80E0}" dt="2026-04-26T22:17:41.859" v="24" actId="1037"/>
          <ac:picMkLst>
            <pc:docMk/>
            <pc:sldMk cId="26606762" sldId="2220"/>
            <ac:picMk id="15" creationId="{3679AF4D-4A60-BBDB-D9A4-3BC330E71312}"/>
          </ac:picMkLst>
        </pc:picChg>
      </pc:sldChg>
      <pc:sldChg chg="del">
        <pc:chgData name="Choueiri, Samia" userId="b81b9bbb-c87f-490f-9bf9-c5942ec705de" providerId="ADAL" clId="{28651051-5F40-41E7-92BC-0B48539B80E0}" dt="2026-04-26T22:20:49.510" v="148" actId="47"/>
        <pc:sldMkLst>
          <pc:docMk/>
          <pc:sldMk cId="26606762" sldId="2221"/>
        </pc:sldMkLst>
      </pc:sldChg>
      <pc:sldChg chg="del">
        <pc:chgData name="Choueiri, Samia" userId="b81b9bbb-c87f-490f-9bf9-c5942ec705de" providerId="ADAL" clId="{28651051-5F40-41E7-92BC-0B48539B80E0}" dt="2026-04-26T22:17:00.673" v="2" actId="47"/>
        <pc:sldMkLst>
          <pc:docMk/>
          <pc:sldMk cId="4140222609" sldId="2222"/>
        </pc:sldMkLst>
      </pc:sldChg>
      <pc:sldChg chg="addSp delSp modSp mod">
        <pc:chgData name="Choueiri, Samia" userId="b81b9bbb-c87f-490f-9bf9-c5942ec705de" providerId="ADAL" clId="{28651051-5F40-41E7-92BC-0B48539B80E0}" dt="2026-04-26T23:01:14.476" v="393" actId="20577"/>
        <pc:sldMkLst>
          <pc:docMk/>
          <pc:sldMk cId="2191174648" sldId="2223"/>
        </pc:sldMkLst>
        <pc:spChg chg="mod">
          <ac:chgData name="Choueiri, Samia" userId="b81b9bbb-c87f-490f-9bf9-c5942ec705de" providerId="ADAL" clId="{28651051-5F40-41E7-92BC-0B48539B80E0}" dt="2026-04-26T23:01:14.476" v="393" actId="20577"/>
          <ac:spMkLst>
            <pc:docMk/>
            <pc:sldMk cId="2191174648" sldId="2223"/>
            <ac:spMk id="5" creationId="{AFA63CD0-6256-E0F1-C0C9-8F719A6D3023}"/>
          </ac:spMkLst>
        </pc:spChg>
        <pc:picChg chg="add mod">
          <ac:chgData name="Choueiri, Samia" userId="b81b9bbb-c87f-490f-9bf9-c5942ec705de" providerId="ADAL" clId="{28651051-5F40-41E7-92BC-0B48539B80E0}" dt="2026-04-26T22:23:30.973" v="158" actId="1035"/>
          <ac:picMkLst>
            <pc:docMk/>
            <pc:sldMk cId="2191174648" sldId="2223"/>
            <ac:picMk id="6" creationId="{995BA0C8-97A7-E5D3-458E-6739D6FBB797}"/>
          </ac:picMkLst>
        </pc:picChg>
        <pc:picChg chg="del">
          <ac:chgData name="Choueiri, Samia" userId="b81b9bbb-c87f-490f-9bf9-c5942ec705de" providerId="ADAL" clId="{28651051-5F40-41E7-92BC-0B48539B80E0}" dt="2026-04-26T22:23:15.944" v="149" actId="478"/>
          <ac:picMkLst>
            <pc:docMk/>
            <pc:sldMk cId="2191174648" sldId="2223"/>
            <ac:picMk id="7" creationId="{2839AFEE-8B9D-33CE-D7FC-C62935D4B319}"/>
          </ac:picMkLst>
        </pc:picChg>
      </pc:sldChg>
      <pc:sldChg chg="addSp delSp modSp mod">
        <pc:chgData name="Choueiri, Samia" userId="b81b9bbb-c87f-490f-9bf9-c5942ec705de" providerId="ADAL" clId="{28651051-5F40-41E7-92BC-0B48539B80E0}" dt="2026-04-26T22:56:11.845" v="347" actId="20577"/>
        <pc:sldMkLst>
          <pc:docMk/>
          <pc:sldMk cId="578146469" sldId="2224"/>
        </pc:sldMkLst>
        <pc:spChg chg="mod">
          <ac:chgData name="Choueiri, Samia" userId="b81b9bbb-c87f-490f-9bf9-c5942ec705de" providerId="ADAL" clId="{28651051-5F40-41E7-92BC-0B48539B80E0}" dt="2026-04-26T22:27:01.449" v="266" actId="20577"/>
          <ac:spMkLst>
            <pc:docMk/>
            <pc:sldMk cId="578146469" sldId="2224"/>
            <ac:spMk id="2" creationId="{E6AED555-F946-E0C2-14E4-AE06F775D766}"/>
          </ac:spMkLst>
        </pc:spChg>
        <pc:spChg chg="mod">
          <ac:chgData name="Choueiri, Samia" userId="b81b9bbb-c87f-490f-9bf9-c5942ec705de" providerId="ADAL" clId="{28651051-5F40-41E7-92BC-0B48539B80E0}" dt="2026-04-26T22:56:11.845" v="347" actId="20577"/>
          <ac:spMkLst>
            <pc:docMk/>
            <pc:sldMk cId="578146469" sldId="2224"/>
            <ac:spMk id="5" creationId="{821DDB23-72C7-EBD0-685E-A90AB5075745}"/>
          </ac:spMkLst>
        </pc:spChg>
        <pc:picChg chg="del">
          <ac:chgData name="Choueiri, Samia" userId="b81b9bbb-c87f-490f-9bf9-c5942ec705de" providerId="ADAL" clId="{28651051-5F40-41E7-92BC-0B48539B80E0}" dt="2026-04-26T22:24:12.013" v="160" actId="478"/>
          <ac:picMkLst>
            <pc:docMk/>
            <pc:sldMk cId="578146469" sldId="2224"/>
            <ac:picMk id="3" creationId="{2D62C584-6DD4-041B-3C7F-9080F09F0469}"/>
          </ac:picMkLst>
        </pc:picChg>
        <pc:picChg chg="add mod">
          <ac:chgData name="Choueiri, Samia" userId="b81b9bbb-c87f-490f-9bf9-c5942ec705de" providerId="ADAL" clId="{28651051-5F40-41E7-92BC-0B48539B80E0}" dt="2026-04-26T22:55:57.463" v="346" actId="1036"/>
          <ac:picMkLst>
            <pc:docMk/>
            <pc:sldMk cId="578146469" sldId="2224"/>
            <ac:picMk id="7" creationId="{B704718E-88F6-EE3C-FFE8-F8D40F869522}"/>
          </ac:picMkLst>
        </pc:picChg>
        <pc:cxnChg chg="mod">
          <ac:chgData name="Choueiri, Samia" userId="b81b9bbb-c87f-490f-9bf9-c5942ec705de" providerId="ADAL" clId="{28651051-5F40-41E7-92BC-0B48539B80E0}" dt="2026-04-26T22:27:08.801" v="267" actId="14100"/>
          <ac:cxnSpMkLst>
            <pc:docMk/>
            <pc:sldMk cId="578146469" sldId="2224"/>
            <ac:cxnSpMk id="4" creationId="{3534980B-FA3D-91D9-E181-8D004364496C}"/>
          </ac:cxnSpMkLst>
        </pc:cxnChg>
      </pc:sldChg>
      <pc:sldChg chg="del">
        <pc:chgData name="Choueiri, Samia" userId="b81b9bbb-c87f-490f-9bf9-c5942ec705de" providerId="ADAL" clId="{28651051-5F40-41E7-92BC-0B48539B80E0}" dt="2026-04-26T22:20:17.980" v="143" actId="47"/>
        <pc:sldMkLst>
          <pc:docMk/>
          <pc:sldMk cId="3871607259" sldId="2225"/>
        </pc:sldMkLst>
      </pc:sldChg>
      <pc:sldChg chg="del ord">
        <pc:chgData name="Choueiri, Samia" userId="b81b9bbb-c87f-490f-9bf9-c5942ec705de" providerId="ADAL" clId="{28651051-5F40-41E7-92BC-0B48539B80E0}" dt="2026-04-26T23:22:42.786" v="394" actId="47"/>
        <pc:sldMkLst>
          <pc:docMk/>
          <pc:sldMk cId="3737975095" sldId="2226"/>
        </pc:sldMkLst>
      </pc:sldChg>
      <pc:sldChg chg="new del">
        <pc:chgData name="Choueiri, Samia" userId="b81b9bbb-c87f-490f-9bf9-c5942ec705de" providerId="ADAL" clId="{28651051-5F40-41E7-92BC-0B48539B80E0}" dt="2026-04-26T22:16:58.995" v="1" actId="47"/>
        <pc:sldMkLst>
          <pc:docMk/>
          <pc:sldMk cId="484593751" sldId="2227"/>
        </pc:sldMkLst>
      </pc:sldChg>
      <pc:sldChg chg="modSp add mod ord">
        <pc:chgData name="Choueiri, Samia" userId="b81b9bbb-c87f-490f-9bf9-c5942ec705de" providerId="ADAL" clId="{28651051-5F40-41E7-92BC-0B48539B80E0}" dt="2026-04-26T22:25:54.191" v="205"/>
        <pc:sldMkLst>
          <pc:docMk/>
          <pc:sldMk cId="4150253111" sldId="2227"/>
        </pc:sldMkLst>
        <pc:spChg chg="mod">
          <ac:chgData name="Choueiri, Samia" userId="b81b9bbb-c87f-490f-9bf9-c5942ec705de" providerId="ADAL" clId="{28651051-5F40-41E7-92BC-0B48539B80E0}" dt="2026-04-26T22:25:44.552" v="202" actId="20577"/>
          <ac:spMkLst>
            <pc:docMk/>
            <pc:sldMk cId="4150253111" sldId="2227"/>
            <ac:spMk id="2" creationId="{908055A5-A1D4-9ADC-0B68-01A0730E5E35}"/>
          </ac:spMkLst>
        </pc:spChg>
        <pc:cxnChg chg="mod">
          <ac:chgData name="Choueiri, Samia" userId="b81b9bbb-c87f-490f-9bf9-c5942ec705de" providerId="ADAL" clId="{28651051-5F40-41E7-92BC-0B48539B80E0}" dt="2026-04-26T22:25:51.239" v="203" actId="14100"/>
          <ac:cxnSpMkLst>
            <pc:docMk/>
            <pc:sldMk cId="4150253111" sldId="2227"/>
            <ac:cxnSpMk id="5" creationId="{3BE7AAA5-283D-958A-CA2F-9AFAE1138772}"/>
          </ac:cxnSpMkLst>
        </pc:cxnChg>
      </pc:sldChg>
      <pc:sldChg chg="addSp delSp modSp add mod delAnim">
        <pc:chgData name="Choueiri, Samia" userId="b81b9bbb-c87f-490f-9bf9-c5942ec705de" providerId="ADAL" clId="{28651051-5F40-41E7-92BC-0B48539B80E0}" dt="2026-04-26T22:39:13.094" v="312" actId="14100"/>
        <pc:sldMkLst>
          <pc:docMk/>
          <pc:sldMk cId="2404323729" sldId="2228"/>
        </pc:sldMkLst>
        <pc:spChg chg="mod">
          <ac:chgData name="Choueiri, Samia" userId="b81b9bbb-c87f-490f-9bf9-c5942ec705de" providerId="ADAL" clId="{28651051-5F40-41E7-92BC-0B48539B80E0}" dt="2026-04-26T22:26:20.745" v="241" actId="20577"/>
          <ac:spMkLst>
            <pc:docMk/>
            <pc:sldMk cId="2404323729" sldId="2228"/>
            <ac:spMk id="2" creationId="{6CB110E4-EBCB-8822-4818-1968076202A5}"/>
          </ac:spMkLst>
        </pc:spChg>
        <pc:spChg chg="del">
          <ac:chgData name="Choueiri, Samia" userId="b81b9bbb-c87f-490f-9bf9-c5942ec705de" providerId="ADAL" clId="{28651051-5F40-41E7-92BC-0B48539B80E0}" dt="2026-04-26T22:33:39.747" v="300" actId="478"/>
          <ac:spMkLst>
            <pc:docMk/>
            <pc:sldMk cId="2404323729" sldId="2228"/>
            <ac:spMk id="13" creationId="{BB98A202-2AFC-D437-E6F1-A5825D9C36C7}"/>
          </ac:spMkLst>
        </pc:spChg>
        <pc:spChg chg="mod">
          <ac:chgData name="Choueiri, Samia" userId="b81b9bbb-c87f-490f-9bf9-c5942ec705de" providerId="ADAL" clId="{28651051-5F40-41E7-92BC-0B48539B80E0}" dt="2026-04-26T22:39:13.094" v="312" actId="14100"/>
          <ac:spMkLst>
            <pc:docMk/>
            <pc:sldMk cId="2404323729" sldId="2228"/>
            <ac:spMk id="14" creationId="{EC3B4E82-9934-58A4-6CB6-C73055CD79E5}"/>
          </ac:spMkLst>
        </pc:spChg>
        <pc:spChg chg="del">
          <ac:chgData name="Choueiri, Samia" userId="b81b9bbb-c87f-490f-9bf9-c5942ec705de" providerId="ADAL" clId="{28651051-5F40-41E7-92BC-0B48539B80E0}" dt="2026-04-26T22:33:37.620" v="299" actId="478"/>
          <ac:spMkLst>
            <pc:docMk/>
            <pc:sldMk cId="2404323729" sldId="2228"/>
            <ac:spMk id="17" creationId="{A6B01A59-EDE8-794C-CBEA-228C8134A1F2}"/>
          </ac:spMkLst>
        </pc:spChg>
        <pc:spChg chg="del">
          <ac:chgData name="Choueiri, Samia" userId="b81b9bbb-c87f-490f-9bf9-c5942ec705de" providerId="ADAL" clId="{28651051-5F40-41E7-92BC-0B48539B80E0}" dt="2026-04-26T22:37:49.564" v="305" actId="478"/>
          <ac:spMkLst>
            <pc:docMk/>
            <pc:sldMk cId="2404323729" sldId="2228"/>
            <ac:spMk id="18" creationId="{D6D8E417-94C9-FC35-1F32-F86829EC6A9D}"/>
          </ac:spMkLst>
        </pc:spChg>
        <pc:grpChg chg="del">
          <ac:chgData name="Choueiri, Samia" userId="b81b9bbb-c87f-490f-9bf9-c5942ec705de" providerId="ADAL" clId="{28651051-5F40-41E7-92BC-0B48539B80E0}" dt="2026-04-26T22:33:36.470" v="298" actId="478"/>
          <ac:grpSpMkLst>
            <pc:docMk/>
            <pc:sldMk cId="2404323729" sldId="2228"/>
            <ac:grpSpMk id="8" creationId="{0C5BD6F3-1E4D-9FD3-9DD6-D0759EF45C04}"/>
          </ac:grpSpMkLst>
        </pc:grpChg>
        <pc:picChg chg="add mod">
          <ac:chgData name="Choueiri, Samia" userId="b81b9bbb-c87f-490f-9bf9-c5942ec705de" providerId="ADAL" clId="{28651051-5F40-41E7-92BC-0B48539B80E0}" dt="2026-04-26T22:33:48.152" v="304" actId="1076"/>
          <ac:picMkLst>
            <pc:docMk/>
            <pc:sldMk cId="2404323729" sldId="2228"/>
            <ac:picMk id="6" creationId="{0CDA4D58-9307-9F54-2F9D-AAA21955BB36}"/>
          </ac:picMkLst>
        </pc:picChg>
        <pc:picChg chg="add mod modCrop">
          <ac:chgData name="Choueiri, Samia" userId="b81b9bbb-c87f-490f-9bf9-c5942ec705de" providerId="ADAL" clId="{28651051-5F40-41E7-92BC-0B48539B80E0}" dt="2026-04-26T22:38:11.325" v="310" actId="1076"/>
          <ac:picMkLst>
            <pc:docMk/>
            <pc:sldMk cId="2404323729" sldId="2228"/>
            <ac:picMk id="11" creationId="{98D3ACB4-777D-7241-B168-D48F9ABCFFFC}"/>
          </ac:picMkLst>
        </pc:picChg>
        <pc:cxnChg chg="del">
          <ac:chgData name="Choueiri, Samia" userId="b81b9bbb-c87f-490f-9bf9-c5942ec705de" providerId="ADAL" clId="{28651051-5F40-41E7-92BC-0B48539B80E0}" dt="2026-04-26T22:33:40.833" v="301" actId="478"/>
          <ac:cxnSpMkLst>
            <pc:docMk/>
            <pc:sldMk cId="2404323729" sldId="2228"/>
            <ac:cxnSpMk id="3" creationId="{49528CEF-3DE0-6FB7-B11B-6DB06D7CE14A}"/>
          </ac:cxnSpMkLst>
        </pc:cxnChg>
      </pc:sldChg>
    </pc:docChg>
  </pc:docChgLst>
  <pc:docChgLst>
    <pc:chgData name="Elizalde, Sergio" userId="0f7c9ba4-51fe-43ab-9ac1-6d642c4cebdf" providerId="ADAL" clId="{0E5839DB-E1D4-495F-B2BC-A8FC450CA4BC}"/>
    <pc:docChg chg="custSel modSld">
      <pc:chgData name="Elizalde, Sergio" userId="0f7c9ba4-51fe-43ab-9ac1-6d642c4cebdf" providerId="ADAL" clId="{0E5839DB-E1D4-495F-B2BC-A8FC450CA4BC}" dt="2026-04-26T22:55:00.771" v="201" actId="6549"/>
      <pc:docMkLst>
        <pc:docMk/>
      </pc:docMkLst>
      <pc:sldChg chg="addSp modSp mod modNotesTx">
        <pc:chgData name="Elizalde, Sergio" userId="0f7c9ba4-51fe-43ab-9ac1-6d642c4cebdf" providerId="ADAL" clId="{0E5839DB-E1D4-495F-B2BC-A8FC450CA4BC}" dt="2026-04-26T22:53:37.293" v="154" actId="1076"/>
        <pc:sldMkLst>
          <pc:docMk/>
          <pc:sldMk cId="26606762" sldId="2150"/>
        </pc:sldMkLst>
        <pc:spChg chg="mod">
          <ac:chgData name="Elizalde, Sergio" userId="0f7c9ba4-51fe-43ab-9ac1-6d642c4cebdf" providerId="ADAL" clId="{0E5839DB-E1D4-495F-B2BC-A8FC450CA4BC}" dt="2026-04-26T22:53:37.293" v="154" actId="1076"/>
          <ac:spMkLst>
            <pc:docMk/>
            <pc:sldMk cId="26606762" sldId="2150"/>
            <ac:spMk id="14" creationId="{EECC79AE-50C8-10DD-C3C2-169A90D59EE0}"/>
          </ac:spMkLst>
        </pc:spChg>
        <pc:picChg chg="add mod modCrop">
          <ac:chgData name="Elizalde, Sergio" userId="0f7c9ba4-51fe-43ab-9ac1-6d642c4cebdf" providerId="ADAL" clId="{0E5839DB-E1D4-495F-B2BC-A8FC450CA4BC}" dt="2026-04-26T22:34:14.896" v="44" actId="1076"/>
          <ac:picMkLst>
            <pc:docMk/>
            <pc:sldMk cId="26606762" sldId="2150"/>
            <ac:picMk id="3" creationId="{F0B639FB-64EB-0368-0257-2544D82B0AA5}"/>
          </ac:picMkLst>
        </pc:picChg>
        <pc:picChg chg="mod modCrop">
          <ac:chgData name="Elizalde, Sergio" userId="0f7c9ba4-51fe-43ab-9ac1-6d642c4cebdf" providerId="ADAL" clId="{0E5839DB-E1D4-495F-B2BC-A8FC450CA4BC}" dt="2026-04-26T22:34:14.896" v="44" actId="1076"/>
          <ac:picMkLst>
            <pc:docMk/>
            <pc:sldMk cId="26606762" sldId="2150"/>
            <ac:picMk id="19" creationId="{748FC0BB-48A2-89DD-C6C5-5C193D5C2EF4}"/>
          </ac:picMkLst>
        </pc:picChg>
        <pc:picChg chg="mod">
          <ac:chgData name="Elizalde, Sergio" userId="0f7c9ba4-51fe-43ab-9ac1-6d642c4cebdf" providerId="ADAL" clId="{0E5839DB-E1D4-495F-B2BC-A8FC450CA4BC}" dt="2026-04-26T22:34:12.086" v="43" actId="1076"/>
          <ac:picMkLst>
            <pc:docMk/>
            <pc:sldMk cId="26606762" sldId="2150"/>
            <ac:picMk id="21" creationId="{55709BFD-247C-7C09-F476-795CCB03BA6F}"/>
          </ac:picMkLst>
        </pc:picChg>
      </pc:sldChg>
      <pc:sldChg chg="modSp mod setBg">
        <pc:chgData name="Elizalde, Sergio" userId="0f7c9ba4-51fe-43ab-9ac1-6d642c4cebdf" providerId="ADAL" clId="{0E5839DB-E1D4-495F-B2BC-A8FC450CA4BC}" dt="2026-04-26T22:49:49.843" v="58" actId="27636"/>
        <pc:sldMkLst>
          <pc:docMk/>
          <pc:sldMk cId="3480351626" sldId="2217"/>
        </pc:sldMkLst>
        <pc:spChg chg="mod">
          <ac:chgData name="Elizalde, Sergio" userId="0f7c9ba4-51fe-43ab-9ac1-6d642c4cebdf" providerId="ADAL" clId="{0E5839DB-E1D4-495F-B2BC-A8FC450CA4BC}" dt="2026-04-26T22:49:29.189" v="54"/>
          <ac:spMkLst>
            <pc:docMk/>
            <pc:sldMk cId="3480351626" sldId="2217"/>
            <ac:spMk id="2" creationId="{F06036AB-31AB-5EA8-3BBD-436D49E8F7E1}"/>
          </ac:spMkLst>
        </pc:spChg>
        <pc:spChg chg="mod">
          <ac:chgData name="Elizalde, Sergio" userId="0f7c9ba4-51fe-43ab-9ac1-6d642c4cebdf" providerId="ADAL" clId="{0E5839DB-E1D4-495F-B2BC-A8FC450CA4BC}" dt="2026-04-26T22:49:49.843" v="58" actId="27636"/>
          <ac:spMkLst>
            <pc:docMk/>
            <pc:sldMk cId="3480351626" sldId="2217"/>
            <ac:spMk id="3" creationId="{4BC348B2-A502-4478-977C-9683494609FC}"/>
          </ac:spMkLst>
        </pc:spChg>
      </pc:sldChg>
      <pc:sldChg chg="addSp delSp modSp mod delAnim modNotesTx">
        <pc:chgData name="Elizalde, Sergio" userId="0f7c9ba4-51fe-43ab-9ac1-6d642c4cebdf" providerId="ADAL" clId="{0E5839DB-E1D4-495F-B2BC-A8FC450CA4BC}" dt="2026-04-26T22:55:00.771" v="201" actId="6549"/>
        <pc:sldMkLst>
          <pc:docMk/>
          <pc:sldMk cId="4150253111" sldId="2227"/>
        </pc:sldMkLst>
        <pc:spChg chg="del">
          <ac:chgData name="Elizalde, Sergio" userId="0f7c9ba4-51fe-43ab-9ac1-6d642c4cebdf" providerId="ADAL" clId="{0E5839DB-E1D4-495F-B2BC-A8FC450CA4BC}" dt="2026-04-26T22:32:16.232" v="1" actId="478"/>
          <ac:spMkLst>
            <pc:docMk/>
            <pc:sldMk cId="4150253111" sldId="2227"/>
            <ac:spMk id="13" creationId="{42F38E40-7565-7DBE-C81B-B648E68657FD}"/>
          </ac:spMkLst>
        </pc:spChg>
        <pc:spChg chg="mod">
          <ac:chgData name="Elizalde, Sergio" userId="0f7c9ba4-51fe-43ab-9ac1-6d642c4cebdf" providerId="ADAL" clId="{0E5839DB-E1D4-495F-B2BC-A8FC450CA4BC}" dt="2026-04-26T22:54:57.556" v="200" actId="14100"/>
          <ac:spMkLst>
            <pc:docMk/>
            <pc:sldMk cId="4150253111" sldId="2227"/>
            <ac:spMk id="14" creationId="{CBD4E6A7-D282-34F2-9EC5-35EF2784E452}"/>
          </ac:spMkLst>
        </pc:spChg>
        <pc:spChg chg="del">
          <ac:chgData name="Elizalde, Sergio" userId="0f7c9ba4-51fe-43ab-9ac1-6d642c4cebdf" providerId="ADAL" clId="{0E5839DB-E1D4-495F-B2BC-A8FC450CA4BC}" dt="2026-04-26T22:32:17.032" v="2" actId="478"/>
          <ac:spMkLst>
            <pc:docMk/>
            <pc:sldMk cId="4150253111" sldId="2227"/>
            <ac:spMk id="17" creationId="{5E348837-34C0-4EFB-F5B4-94B1C1081DC4}"/>
          </ac:spMkLst>
        </pc:spChg>
        <pc:spChg chg="del">
          <ac:chgData name="Elizalde, Sergio" userId="0f7c9ba4-51fe-43ab-9ac1-6d642c4cebdf" providerId="ADAL" clId="{0E5839DB-E1D4-495F-B2BC-A8FC450CA4BC}" dt="2026-04-26T22:32:18.186" v="3" actId="478"/>
          <ac:spMkLst>
            <pc:docMk/>
            <pc:sldMk cId="4150253111" sldId="2227"/>
            <ac:spMk id="18" creationId="{7A21D692-574C-0945-6939-F9CD6F9FC690}"/>
          </ac:spMkLst>
        </pc:spChg>
        <pc:grpChg chg="del">
          <ac:chgData name="Elizalde, Sergio" userId="0f7c9ba4-51fe-43ab-9ac1-6d642c4cebdf" providerId="ADAL" clId="{0E5839DB-E1D4-495F-B2BC-A8FC450CA4BC}" dt="2026-04-26T22:32:15.204" v="0" actId="478"/>
          <ac:grpSpMkLst>
            <pc:docMk/>
            <pc:sldMk cId="4150253111" sldId="2227"/>
            <ac:grpSpMk id="8" creationId="{E4287383-552D-9D3A-4257-A5736488EA54}"/>
          </ac:grpSpMkLst>
        </pc:grpChg>
        <pc:picChg chg="add del mod">
          <ac:chgData name="Elizalde, Sergio" userId="0f7c9ba4-51fe-43ab-9ac1-6d642c4cebdf" providerId="ADAL" clId="{0E5839DB-E1D4-495F-B2BC-A8FC450CA4BC}" dt="2026-04-26T22:32:52.351" v="13" actId="478"/>
          <ac:picMkLst>
            <pc:docMk/>
            <pc:sldMk cId="4150253111" sldId="2227"/>
            <ac:picMk id="6" creationId="{1E36E659-5D05-2543-973B-58B2216DAAB4}"/>
          </ac:picMkLst>
        </pc:picChg>
        <pc:picChg chg="add mod">
          <ac:chgData name="Elizalde, Sergio" userId="0f7c9ba4-51fe-43ab-9ac1-6d642c4cebdf" providerId="ADAL" clId="{0E5839DB-E1D4-495F-B2BC-A8FC450CA4BC}" dt="2026-04-26T22:54:47.019" v="199" actId="1035"/>
          <ac:picMkLst>
            <pc:docMk/>
            <pc:sldMk cId="4150253111" sldId="2227"/>
            <ac:picMk id="11" creationId="{F2B7C6C8-4034-E49A-7874-A8B0E978A939}"/>
          </ac:picMkLst>
        </pc:picChg>
        <pc:picChg chg="add mod modCrop">
          <ac:chgData name="Elizalde, Sergio" userId="0f7c9ba4-51fe-43ab-9ac1-6d642c4cebdf" providerId="ADAL" clId="{0E5839DB-E1D4-495F-B2BC-A8FC450CA4BC}" dt="2026-04-26T22:54:47.019" v="199" actId="1035"/>
          <ac:picMkLst>
            <pc:docMk/>
            <pc:sldMk cId="4150253111" sldId="2227"/>
            <ac:picMk id="15" creationId="{FA3A455F-834C-081D-9FD3-A7522F5CD6FE}"/>
          </ac:picMkLst>
        </pc:picChg>
        <pc:cxnChg chg="del">
          <ac:chgData name="Elizalde, Sergio" userId="0f7c9ba4-51fe-43ab-9ac1-6d642c4cebdf" providerId="ADAL" clId="{0E5839DB-E1D4-495F-B2BC-A8FC450CA4BC}" dt="2026-04-26T22:32:18.807" v="4" actId="478"/>
          <ac:cxnSpMkLst>
            <pc:docMk/>
            <pc:sldMk cId="4150253111" sldId="2227"/>
            <ac:cxnSpMk id="3" creationId="{A501C8B4-B6B3-0FDF-C683-48CAD28AF2CD}"/>
          </ac:cxnSpMkLst>
        </pc:cxnChg>
      </pc:sldChg>
      <pc:sldChg chg="modSp mod modNotesTx">
        <pc:chgData name="Elizalde, Sergio" userId="0f7c9ba4-51fe-43ab-9ac1-6d642c4cebdf" providerId="ADAL" clId="{0E5839DB-E1D4-495F-B2BC-A8FC450CA4BC}" dt="2026-04-26T22:52:41.121" v="143" actId="20577"/>
        <pc:sldMkLst>
          <pc:docMk/>
          <pc:sldMk cId="2404323729" sldId="2228"/>
        </pc:sldMkLst>
        <pc:spChg chg="mod">
          <ac:chgData name="Elizalde, Sergio" userId="0f7c9ba4-51fe-43ab-9ac1-6d642c4cebdf" providerId="ADAL" clId="{0E5839DB-E1D4-495F-B2BC-A8FC450CA4BC}" dt="2026-04-26T22:51:14.763" v="82" actId="14100"/>
          <ac:spMkLst>
            <pc:docMk/>
            <pc:sldMk cId="2404323729" sldId="2228"/>
            <ac:spMk id="14" creationId="{EC3B4E82-9934-58A4-6CB6-C73055CD79E5}"/>
          </ac:spMkLst>
        </pc:spChg>
        <pc:picChg chg="mod">
          <ac:chgData name="Elizalde, Sergio" userId="0f7c9ba4-51fe-43ab-9ac1-6d642c4cebdf" providerId="ADAL" clId="{0E5839DB-E1D4-495F-B2BC-A8FC450CA4BC}" dt="2026-04-26T22:50:06.252" v="60" actId="1076"/>
          <ac:picMkLst>
            <pc:docMk/>
            <pc:sldMk cId="2404323729" sldId="2228"/>
            <ac:picMk id="6" creationId="{0CDA4D58-9307-9F54-2F9D-AAA21955BB36}"/>
          </ac:picMkLst>
        </pc:picChg>
        <pc:picChg chg="mod">
          <ac:chgData name="Elizalde, Sergio" userId="0f7c9ba4-51fe-43ab-9ac1-6d642c4cebdf" providerId="ADAL" clId="{0E5839DB-E1D4-495F-B2BC-A8FC450CA4BC}" dt="2026-04-26T22:50:06.252" v="60" actId="1076"/>
          <ac:picMkLst>
            <pc:docMk/>
            <pc:sldMk cId="2404323729" sldId="2228"/>
            <ac:picMk id="11" creationId="{98D3ACB4-777D-7241-B168-D48F9ABCFFF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583E93-7F06-4FD5-ADA4-45262C6273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925901-863E-43FB-9F23-CCCDED5D22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67944-E7CD-4CBF-B52C-CFDA3DC45EC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A2B97-BDDF-466E-9AE1-031669AAB6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AFE7E-F29A-4A0A-827D-3961508E42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6D75D-FDCD-4C30-A01B-6DBB2744A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098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0682D-FD54-284A-B7C8-2FCD4798133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F9C84-074E-E141-A3FD-46DE87E4C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8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58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4F4B5-124D-8869-0554-787C9871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53B41-AB9E-1FD0-A9A9-4F2AF4EEE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4829E-6383-C6FB-112F-C39937272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208E2-02B9-81B3-74B3-95657A9A9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60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6452-A889-1269-0B02-1422D521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3CF37-529B-1E1B-8A56-D7136D1DA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0BC9F-0756-9A33-7A38-8A09CD54F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7D62F-DC75-E543-6686-EBF7E7782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55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BD674-8625-8285-D581-D742B82E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1F257-F07D-50EC-E78F-2F918029C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92A8A-364C-D4F1-2720-2E07BCFAB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ABFCD-357A-C07A-208E-00D969455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90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BA1EE-52D1-4ABC-906F-0223C9C0A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6E398-6AD5-D270-59DD-561BD9975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50C36-3C2C-8D66-F9AE-7F8E9DB18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45EEF-C531-2927-6204-EC282CA21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9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71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E604-4B32-3952-B0CC-ABEDE7F3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18263-8C56-BFF9-BE50-64236464F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F5163-342D-216F-90DA-9D755F856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0"/>
              <a:t>ACC= 0.98</a:t>
            </a:r>
          </a:p>
          <a:p>
            <a:r>
              <a:rPr lang="en-US" sz="1000" b="0"/>
              <a:t>Prec. = 98.89</a:t>
            </a:r>
          </a:p>
          <a:p>
            <a:r>
              <a:rPr lang="en-US" sz="1000" b="0"/>
              <a:t>F1=98.55</a:t>
            </a:r>
          </a:p>
          <a:p>
            <a:r>
              <a:rPr lang="en-US" sz="1000" b="0"/>
              <a:t>MCC= 96%</a:t>
            </a:r>
          </a:p>
          <a:p>
            <a:r>
              <a:rPr lang="en-US" sz="1000" b="0"/>
              <a:t>AUC= 99.83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DEA58-2016-694A-69B5-B73996BA5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F9C84-074E-E141-A3FD-46DE87E4CC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97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550" y="1"/>
            <a:ext cx="10984850" cy="888999"/>
          </a:xfrm>
        </p:spPr>
        <p:txBody>
          <a:bodyPr>
            <a:normAutofit/>
          </a:bodyPr>
          <a:lstStyle>
            <a:lvl1pPr algn="l">
              <a:defRPr sz="3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39972" y="1435395"/>
            <a:ext cx="10558130" cy="329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97550" y="1181100"/>
            <a:ext cx="10984850" cy="4800599"/>
          </a:xfrm>
        </p:spPr>
        <p:txBody>
          <a:bodyPr/>
          <a:lstStyle>
            <a:lvl1pPr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spcAft>
                <a:spcPts val="2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spcAft>
                <a:spcPts val="200"/>
              </a:spcAft>
              <a:defRPr/>
            </a:lvl3pPr>
            <a:lvl4pPr algn="just">
              <a:spcAft>
                <a:spcPts val="2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spcAft>
                <a:spcPts val="20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564972F-81E4-47C1-8110-0800DB019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4484" y="6459783"/>
            <a:ext cx="1312025" cy="365125"/>
          </a:xfrm>
        </p:spPr>
        <p:txBody>
          <a:bodyPr/>
          <a:lstStyle/>
          <a:p>
            <a:fld id="{38C60F48-EAB5-A54D-B834-7AA360F309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Google Shape;90;p1">
            <a:extLst>
              <a:ext uri="{FF2B5EF4-FFF2-40B4-BE49-F238E27FC236}">
                <a16:creationId xmlns:a16="http://schemas.microsoft.com/office/drawing/2014/main" id="{719349AC-65AB-168E-307A-1DECEBCAAE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791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753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8C60F48-EAB5-A54D-B834-7AA360F3093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097280" y="1737845"/>
            <a:ext cx="100632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1F3A99-91F5-44A2-9A29-778E2BCA2F9C}"/>
              </a:ext>
            </a:extLst>
          </p:cNvPr>
          <p:cNvSpPr/>
          <p:nvPr/>
        </p:nvSpPr>
        <p:spPr>
          <a:xfrm>
            <a:off x="639440" y="1552575"/>
            <a:ext cx="10935243" cy="45820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 Comparative Study of Machine Learning</a:t>
            </a:r>
          </a:p>
          <a:p>
            <a:pPr algn="ctr"/>
            <a:r>
              <a:rPr lang="en-US" sz="3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Techniques for Cyber-Physical Attack Detection</a:t>
            </a:r>
          </a:p>
          <a:p>
            <a:pPr algn="ctr"/>
            <a:endParaRPr lang="en-US" sz="32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algn="ctr"/>
            <a:endParaRPr lang="en-US" sz="320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algn="ctr"/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Sergio Elizalde, Samia Choueiri</a:t>
            </a:r>
          </a:p>
          <a:p>
            <a:pPr algn="ctr"/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College of Engineering and Computing, University of South Carolina</a:t>
            </a:r>
          </a:p>
          <a:p>
            <a:pPr algn="ctr"/>
            <a:endParaRPr lang="en-US" sz="24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ITEC 590 - Topic: Applied AI and Machine Learning for Cybersecurity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03BEAD-C091-59C6-6F59-92F92D707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184" y="264325"/>
            <a:ext cx="2270625" cy="14039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88AA3-BA85-8742-8B81-1D0B17A0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98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77A6-032E-71E6-AFA4-DA4A2C40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1A676-C1D9-F9CE-55A8-FA569AAB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and Motivation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EBE92B-21C2-6334-0876-416077CE93D7}"/>
              </a:ext>
            </a:extLst>
          </p:cNvPr>
          <p:cNvCxnSpPr>
            <a:cxnSpLocks/>
          </p:cNvCxnSpPr>
          <p:nvPr/>
        </p:nvCxnSpPr>
        <p:spPr>
          <a:xfrm>
            <a:off x="597551" y="876301"/>
            <a:ext cx="5773432" cy="12699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05CADE-0AF8-0581-AC76-7BF70F870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50" y="1023683"/>
            <a:ext cx="6349901" cy="5317481"/>
          </a:xfrm>
        </p:spPr>
        <p:txBody>
          <a:bodyPr>
            <a:normAutofit/>
          </a:bodyPr>
          <a:lstStyle/>
          <a:p>
            <a:pPr marL="28098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Operational Technology (OT) networks connect sensors, PLCs, and control systems.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None/>
            </a:pPr>
            <a:endParaRPr lang="en-US"/>
          </a:p>
          <a:p>
            <a:pPr marL="28098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Cyber-attacks propagate quickly and disrupt physical processes.</a:t>
            </a:r>
          </a:p>
          <a:p>
            <a:pPr marL="573589" lvl="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Detection must be fast and reliable.</a:t>
            </a:r>
          </a:p>
          <a:p>
            <a:pPr marL="0" indent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None/>
            </a:pPr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38200A7-7DA1-287B-49E8-345C3629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24CC1F-FB6C-5286-7013-51F770220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23683"/>
            <a:ext cx="4929909" cy="389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998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ACFA-1347-DDDD-40A6-F1E97A7E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ED555-F946-E0C2-14E4-AE06F775D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on CPS Attacks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34980B-FA3D-91D9-E181-8D004364496C}"/>
              </a:ext>
            </a:extLst>
          </p:cNvPr>
          <p:cNvCxnSpPr>
            <a:cxnSpLocks/>
          </p:cNvCxnSpPr>
          <p:nvPr/>
        </p:nvCxnSpPr>
        <p:spPr>
          <a:xfrm>
            <a:off x="597551" y="876301"/>
            <a:ext cx="6015900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1DDB23-72C7-EBD0-685E-A90AB5075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51" y="1023683"/>
            <a:ext cx="10853714" cy="5317481"/>
          </a:xfrm>
        </p:spPr>
        <p:txBody>
          <a:bodyPr>
            <a:normAutofit/>
          </a:bodyPr>
          <a:lstStyle/>
          <a:p>
            <a:pPr marL="28098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PLC-controlled industrial cells connected to a SCADA.</a:t>
            </a:r>
          </a:p>
          <a:p>
            <a:pPr marL="280981" indent="-280981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CPS systems are exposed to various attacks, including denial-of-service (DoS), false data injection, replay attacks, and command manipulation targeting control processes.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1A9E1A1-4440-DB09-8448-15A01F544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4718E-88F6-EE3C-FFE8-F8D40F869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530" y="2547617"/>
            <a:ext cx="7838208" cy="422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46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3F77-9EDA-998C-D820-C6482E5D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Feature Explainability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E1173-162D-5283-7B68-6ADA66F45869}"/>
              </a:ext>
            </a:extLst>
          </p:cNvPr>
          <p:cNvCxnSpPr>
            <a:cxnSpLocks/>
          </p:cNvCxnSpPr>
          <p:nvPr/>
        </p:nvCxnSpPr>
        <p:spPr>
          <a:xfrm>
            <a:off x="597551" y="876302"/>
            <a:ext cx="4613078" cy="12698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E92243-D07F-6DD3-37A9-81E89C2811D9}"/>
              </a:ext>
            </a:extLst>
          </p:cNvPr>
          <p:cNvSpPr txBox="1">
            <a:spLocks/>
          </p:cNvSpPr>
          <p:nvPr/>
        </p:nvSpPr>
        <p:spPr>
          <a:xfrm>
            <a:off x="530416" y="1131353"/>
            <a:ext cx="10601871" cy="62125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just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1" lvl="0" indent="-280981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SHAP analysis reveals key feature contributions for attack detection.</a:t>
            </a:r>
          </a:p>
          <a:p>
            <a:pPr marL="0" lvl="0" indent="0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None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A2AAB99-7A9D-E55A-6E9F-64000EBF7ED9}"/>
              </a:ext>
            </a:extLst>
          </p:cNvPr>
          <p:cNvGrpSpPr/>
          <p:nvPr/>
        </p:nvGrpSpPr>
        <p:grpSpPr>
          <a:xfrm>
            <a:off x="164896" y="3482896"/>
            <a:ext cx="11786008" cy="2633093"/>
            <a:chOff x="14523633" y="21259800"/>
            <a:chExt cx="16160326" cy="373727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AD917A3-384E-24BC-7CDF-1A4DCF2A7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55200" y="21259800"/>
              <a:ext cx="8128759" cy="373727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02E4381-B943-7B06-B296-FA5874B0E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23633" y="21259800"/>
              <a:ext cx="8046042" cy="3714718"/>
            </a:xfrm>
            <a:prstGeom prst="rect">
              <a:avLst/>
            </a:prstGeom>
          </p:spPr>
        </p:pic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58B518-9B20-C139-B5D5-8275F34BB518}"/>
              </a:ext>
            </a:extLst>
          </p:cNvPr>
          <p:cNvCxnSpPr>
            <a:cxnSpLocks/>
          </p:cNvCxnSpPr>
          <p:nvPr/>
        </p:nvCxnSpPr>
        <p:spPr>
          <a:xfrm flipV="1">
            <a:off x="6019800" y="2038350"/>
            <a:ext cx="0" cy="4493898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3843383-EA44-B942-99E5-967F3F10A007}"/>
              </a:ext>
            </a:extLst>
          </p:cNvPr>
          <p:cNvSpPr txBox="1">
            <a:spLocks/>
          </p:cNvSpPr>
          <p:nvPr/>
        </p:nvSpPr>
        <p:spPr>
          <a:xfrm>
            <a:off x="482604" y="2752601"/>
            <a:ext cx="4233372" cy="50645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just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1" lvl="0" indent="-280981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prstClr val="black">
                    <a:lumMod val="75000"/>
                    <a:lumOff val="25000"/>
                  </a:prstClr>
                </a:solidFill>
              </a:rPr>
              <a:t>Modbus Packet Header Fields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</a:endParaRPr>
          </a:p>
          <a:p>
            <a:pPr marL="0" lvl="0" indent="0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None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7052CF5-B89A-310E-95DF-419C14ED913F}"/>
              </a:ext>
            </a:extLst>
          </p:cNvPr>
          <p:cNvSpPr txBox="1">
            <a:spLocks/>
          </p:cNvSpPr>
          <p:nvPr/>
        </p:nvSpPr>
        <p:spPr>
          <a:xfrm>
            <a:off x="6426204" y="2752601"/>
            <a:ext cx="4233372" cy="50645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just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1" lvl="0" indent="-280981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prstClr val="black">
                    <a:lumMod val="75000"/>
                    <a:lumOff val="25000"/>
                  </a:prstClr>
                </a:solidFill>
              </a:rPr>
              <a:t>Modbus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 packets flow features</a:t>
            </a:r>
          </a:p>
          <a:p>
            <a:pPr marL="0" lvl="0" indent="0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None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79AF4D-4A60-BBDB-D9A4-3BC330E713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57" b="2521"/>
          <a:stretch>
            <a:fillRect/>
          </a:stretch>
        </p:blipFill>
        <p:spPr>
          <a:xfrm>
            <a:off x="107116" y="3321897"/>
            <a:ext cx="5813925" cy="279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2BFF-C527-2885-ECBA-912A44175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C7ED-D61C-ECA6-0EC8-3D3AEEC6E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F4CC60-F7F7-3381-FC4A-0391E69DC8D5}"/>
              </a:ext>
            </a:extLst>
          </p:cNvPr>
          <p:cNvCxnSpPr>
            <a:cxnSpLocks/>
          </p:cNvCxnSpPr>
          <p:nvPr/>
        </p:nvCxnSpPr>
        <p:spPr>
          <a:xfrm>
            <a:off x="597551" y="876301"/>
            <a:ext cx="2987478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A63CD0-6256-E0F1-C0C9-8F719A6D3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50" y="1023683"/>
            <a:ext cx="5069604" cy="5436099"/>
          </a:xfrm>
        </p:spPr>
        <p:txBody>
          <a:bodyPr>
            <a:noAutofit/>
          </a:bodyPr>
          <a:lstStyle/>
          <a:p>
            <a:pPr marL="28098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Datasets:</a:t>
            </a:r>
          </a:p>
          <a:p>
            <a:pPr marL="573589" lvl="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Two CPS datasets: </a:t>
            </a:r>
            <a:r>
              <a:rPr lang="en-US" err="1"/>
              <a:t>Zenodo</a:t>
            </a:r>
            <a:r>
              <a:rPr lang="en-US"/>
              <a:t> ICS (testbed) and </a:t>
            </a:r>
            <a:r>
              <a:rPr lang="en-US" err="1"/>
              <a:t>DataSense</a:t>
            </a:r>
            <a:r>
              <a:rPr lang="en-US"/>
              <a:t> (</a:t>
            </a:r>
            <a:r>
              <a:rPr lang="en-US" err="1"/>
              <a:t>IIoT</a:t>
            </a:r>
            <a:r>
              <a:rPr lang="en-US"/>
              <a:t> lab).</a:t>
            </a:r>
          </a:p>
          <a:p>
            <a:pPr marL="292608" lvl="1" indent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None/>
            </a:pPr>
            <a:endParaRPr lang="en-US"/>
          </a:p>
          <a:p>
            <a:pPr marL="28098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Two-stage pipeline: </a:t>
            </a:r>
          </a:p>
          <a:p>
            <a:pPr marL="573589" lvl="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Offline feature extraction</a:t>
            </a:r>
          </a:p>
          <a:p>
            <a:pPr marL="573589" lvl="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Model training, followed by evaluation.</a:t>
            </a:r>
          </a:p>
          <a:p>
            <a:pPr marL="28098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/>
          </a:p>
          <a:p>
            <a:pPr marL="28098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Extract flow-level features from Modbus/CPS network traffic.</a:t>
            </a:r>
          </a:p>
          <a:p>
            <a:pPr marL="28098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/>
          </a:p>
          <a:p>
            <a:pPr marL="28098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Compare three approaches:</a:t>
            </a:r>
          </a:p>
          <a:p>
            <a:pPr marL="573589" lvl="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Supervised learning</a:t>
            </a:r>
          </a:p>
          <a:p>
            <a:pPr marL="573589" lvl="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Unsupervised learning</a:t>
            </a:r>
          </a:p>
          <a:p>
            <a:pPr marL="573589" lvl="1" indent="-280981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Reinforcement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7FCE9-E321-5816-30DB-84EADF10E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5BA0C8-97A7-E5D3-458E-6739D6FBB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264" y="175788"/>
            <a:ext cx="6223245" cy="637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7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ED593-6F12-7BBD-DCD0-2CE5E895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55A5-A1D4-9ADC-0B68-01A0730E5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Supervised Learning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E7AAA5-283D-958A-CA2F-9AFAE1138772}"/>
              </a:ext>
            </a:extLst>
          </p:cNvPr>
          <p:cNvCxnSpPr>
            <a:cxnSpLocks/>
          </p:cNvCxnSpPr>
          <p:nvPr/>
        </p:nvCxnSpPr>
        <p:spPr>
          <a:xfrm>
            <a:off x="597551" y="876302"/>
            <a:ext cx="4591137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BD4E6A7-D282-34F2-9EC5-35EF2784E452}"/>
              </a:ext>
            </a:extLst>
          </p:cNvPr>
          <p:cNvSpPr txBox="1">
            <a:spLocks/>
          </p:cNvSpPr>
          <p:nvPr/>
        </p:nvSpPr>
        <p:spPr>
          <a:xfrm>
            <a:off x="332771" y="1131353"/>
            <a:ext cx="6397638" cy="3834052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just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1" lvl="0" indent="-28098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Evaluated Random Forest (RF), SVM, and MLP.</a:t>
            </a:r>
          </a:p>
          <a:p>
            <a:pPr marL="280981" lvl="0" indent="-28098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Random Forest achieves the best performance among classical models across all metrics.</a:t>
            </a:r>
          </a:p>
          <a:p>
            <a:pPr marL="280981" lvl="0" indent="-28098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MLP performs competitively, while SVM shows lower recall on complex patterns.</a:t>
            </a:r>
          </a:p>
          <a:p>
            <a:pPr marL="280981" lvl="0" indent="-28098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RNN further improves performance by capturing temporal dependencies in traffic sequences.</a:t>
            </a:r>
          </a:p>
          <a:p>
            <a:pPr marL="280981" lvl="0" indent="-28098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Supervised learning overall provides the most accurate and reliable detection results.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B7C6C8-4034-E49A-7874-A8B0E978A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71" y="5192677"/>
            <a:ext cx="6487430" cy="15337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3A455F-834C-081D-9FD3-A7522F5CD6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85"/>
          <a:stretch>
            <a:fillRect/>
          </a:stretch>
        </p:blipFill>
        <p:spPr>
          <a:xfrm>
            <a:off x="6881982" y="2143597"/>
            <a:ext cx="5171350" cy="445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5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3F77-9EDA-998C-D820-C6482E5D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Unsupervised Learning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E1173-162D-5283-7B68-6ADA66F45869}"/>
              </a:ext>
            </a:extLst>
          </p:cNvPr>
          <p:cNvCxnSpPr>
            <a:cxnSpLocks/>
          </p:cNvCxnSpPr>
          <p:nvPr/>
        </p:nvCxnSpPr>
        <p:spPr>
          <a:xfrm>
            <a:off x="597551" y="876302"/>
            <a:ext cx="5165296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ECC79AE-50C8-10DD-C3C2-169A90D59EE0}"/>
              </a:ext>
            </a:extLst>
          </p:cNvPr>
          <p:cNvSpPr txBox="1">
            <a:spLocks/>
          </p:cNvSpPr>
          <p:nvPr/>
        </p:nvSpPr>
        <p:spPr>
          <a:xfrm>
            <a:off x="387485" y="1131353"/>
            <a:ext cx="6918634" cy="37277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just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1" lvl="0" indent="-280981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Overall performance is significantly lower than supervised models, especially in recall.</a:t>
            </a:r>
          </a:p>
          <a:p>
            <a:pPr marL="280981" lvl="0" indent="-280981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Isolation Forest performs best among unsupervised methods, but still misses many attacks.</a:t>
            </a:r>
          </a:p>
          <a:p>
            <a:pPr marL="280981" lvl="0" indent="-280981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Difficulty arises because attack traffic overlaps with normal behavior in feature space.</a:t>
            </a:r>
          </a:p>
          <a:p>
            <a:pPr marL="280981" lvl="0" indent="-280981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lang="en-US"/>
              <a:t>Highlights limitations of purely anomaly-based detection in realistic CPS environments.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48FC0BB-48A2-89DD-C6C5-5C193D5C2E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837"/>
          <a:stretch>
            <a:fillRect/>
          </a:stretch>
        </p:blipFill>
        <p:spPr>
          <a:xfrm>
            <a:off x="7705797" y="177210"/>
            <a:ext cx="3926957" cy="32517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5709BFD-247C-7C09-F476-795CCB03B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50" y="4685871"/>
            <a:ext cx="6498505" cy="16405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B639FB-64EB-0368-0257-2544D82B0A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837"/>
          <a:stretch>
            <a:fillRect/>
          </a:stretch>
        </p:blipFill>
        <p:spPr>
          <a:xfrm>
            <a:off x="7676707" y="3429000"/>
            <a:ext cx="4027671" cy="333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81E4D-A138-FA4D-C451-9B9E94AB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10E4-EBCB-8822-4818-196807620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Reinforcement Learning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2B3D485-74E2-0D84-1C9A-4BF2F3887D05}"/>
              </a:ext>
            </a:extLst>
          </p:cNvPr>
          <p:cNvCxnSpPr>
            <a:cxnSpLocks/>
          </p:cNvCxnSpPr>
          <p:nvPr/>
        </p:nvCxnSpPr>
        <p:spPr>
          <a:xfrm>
            <a:off x="597551" y="876302"/>
            <a:ext cx="5165296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C3B4E82-9934-58A4-6CB6-C73055CD79E5}"/>
              </a:ext>
            </a:extLst>
          </p:cNvPr>
          <p:cNvSpPr txBox="1">
            <a:spLocks/>
          </p:cNvSpPr>
          <p:nvPr/>
        </p:nvSpPr>
        <p:spPr>
          <a:xfrm>
            <a:off x="366632" y="1141983"/>
            <a:ext cx="11458736" cy="1613196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just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404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6692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32688" indent="-182880" algn="just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Calibri" pitchFamily="34" charset="0"/>
              <a:buChar char="◦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1" lvl="0" indent="-280981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Attack detection formulated as a sequential decision problem using a Deep Q-Network (DQN) agent.</a:t>
            </a:r>
          </a:p>
          <a:p>
            <a:pPr marL="280981" lvl="0" indent="-280981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Agent learns to classify flows (benign vs. attack) through reward feedback (+1 correct, −1 incorrect).</a:t>
            </a:r>
          </a:p>
          <a:p>
            <a:pPr marL="280981" lvl="0" indent="-280981">
              <a:spcBef>
                <a:spcPts val="600"/>
              </a:spcBef>
              <a:spcAft>
                <a:spcPts val="0"/>
              </a:spcAft>
              <a:buClr>
                <a:srgbClr val="9B2D1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Training shows steady improvement, with episodic reward increasing significantly over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DA4D58-9307-9F54-2F9D-AAA21955B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631" y="2666514"/>
            <a:ext cx="5015873" cy="3530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D3ACB4-777D-7241-B168-D48F9ABCFF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96"/>
          <a:stretch>
            <a:fillRect/>
          </a:stretch>
        </p:blipFill>
        <p:spPr>
          <a:xfrm>
            <a:off x="855956" y="2755179"/>
            <a:ext cx="4537371" cy="344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23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ADC870-B31B-47A0-F936-A85E9225B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75" y="1"/>
            <a:ext cx="10984850" cy="888999"/>
          </a:xfrm>
        </p:spPr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348B2-A502-4478-977C-968349460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74" y="1181100"/>
            <a:ext cx="11182025" cy="5278683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Unsupervised methods significantly underperform compared to supervised models, highlighting the importance of labeled data for accurate CPS attack detection.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Random Forest emerges as a strong baseline, offering high accuracy with minimal preprocessing and tuning requirements.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The RNN achieves the best overall performance, demonstrating the value of capturing temporal patterns in network traffic.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Reinforcement learning (DQN) shows promise, but requires more rigorous evaluation with proper test metrics.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Future work will focus on cross-dataset generalization, multimodal data fusion, and real-time deployment in CPS environments.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6036AB-31AB-5EA8-3BBD-436D49E8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0F48-EAB5-A54D-B834-7AA360F30939}" type="slidenum">
              <a:rPr lang="en-US" smtClean="0"/>
              <a:t>9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17BC7A-06BB-4046-B6F1-FFEB2B5E29DB}"/>
              </a:ext>
            </a:extLst>
          </p:cNvPr>
          <p:cNvCxnSpPr>
            <a:cxnSpLocks/>
          </p:cNvCxnSpPr>
          <p:nvPr/>
        </p:nvCxnSpPr>
        <p:spPr>
          <a:xfrm>
            <a:off x="597549" y="876301"/>
            <a:ext cx="2530662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480351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ange Red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474</Words>
  <Application>Microsoft Office PowerPoint</Application>
  <PresentationFormat>Widescreen</PresentationFormat>
  <Paragraphs>73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PowerPoint Presentation</vt:lpstr>
      <vt:lpstr>Introduction and Motivation</vt:lpstr>
      <vt:lpstr>Background on CPS Attacks</vt:lpstr>
      <vt:lpstr>Feature Explainability</vt:lpstr>
      <vt:lpstr>Methodology</vt:lpstr>
      <vt:lpstr>Supervised Learning</vt:lpstr>
      <vt:lpstr>Unsupervised Learning</vt:lpstr>
      <vt:lpstr>Reinforcement Learning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Choueiri, Samia</cp:lastModifiedBy>
  <cp:revision>1</cp:revision>
  <dcterms:created xsi:type="dcterms:W3CDTF">2020-04-03T21:33:21Z</dcterms:created>
  <dcterms:modified xsi:type="dcterms:W3CDTF">2026-04-26T23:22:44Z</dcterms:modified>
</cp:coreProperties>
</file>